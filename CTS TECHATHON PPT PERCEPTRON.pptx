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">
          <p15:clr>
            <a:srgbClr val="A4A3A4"/>
          </p15:clr>
        </p15:guide>
        <p15:guide id="2" orient="horz" pos="3480">
          <p15:clr>
            <a:srgbClr val="A4A3A4"/>
          </p15:clr>
        </p15:guide>
        <p15:guide id="3" orient="horz" pos="1968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IMCLAm/cH8lu6v0oCbjF4bKYz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E80813-D0C3-447A-852E-43AD66DB837D}">
  <a:tblStyle styleId="{0BE80813-D0C3-447A-852E-43AD66DB837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D"/>
          </a:solidFill>
        </a:fill>
      </a:tcStyle>
    </a:wholeTbl>
    <a:band1H>
      <a:tcTxStyle/>
      <a:tcStyle>
        <a:fill>
          <a:solidFill>
            <a:srgbClr val="CCCCDA"/>
          </a:solidFill>
        </a:fill>
      </a:tcStyle>
    </a:band1H>
    <a:band2H>
      <a:tcTxStyle/>
    </a:band2H>
    <a:band1V>
      <a:tcTxStyle/>
      <a:tcStyle>
        <a:fill>
          <a:solidFill>
            <a:srgbClr val="CCCCD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" orient="horz"/>
        <p:guide pos="3480" orient="horz"/>
        <p:guide pos="196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8a3375d4f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8a3375d4f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8a36e351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8a36e3517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77f2d47b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77f2d47b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8a3375d4f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8a3375d4f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8a3375d4f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8a3375d4f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8a3375d4f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8a3375d4f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77f2d47bd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77f2d47bd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a36e3517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8a36e3517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8a36e3517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- light layout">
  <p:cSld name="Cover 1 - light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6"/>
          <p:cNvPicPr preferRelativeResize="0"/>
          <p:nvPr/>
        </p:nvPicPr>
        <p:blipFill rotWithShape="1">
          <a:blip r:embed="rId2">
            <a:alphaModFix/>
          </a:blip>
          <a:srcRect b="462" l="403" r="804" t="430"/>
          <a:stretch/>
        </p:blipFill>
        <p:spPr>
          <a:xfrm>
            <a:off x="49619" y="0"/>
            <a:ext cx="1215301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6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type="ctrTitle"/>
          </p:nvPr>
        </p:nvSpPr>
        <p:spPr>
          <a:xfrm>
            <a:off x="1042416" y="2105094"/>
            <a:ext cx="4013200" cy="18284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subTitle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6"/>
          <p:cNvSpPr txBox="1"/>
          <p:nvPr>
            <p:ph idx="2" type="body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lt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7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7"/>
          <p:cNvSpPr txBox="1"/>
          <p:nvPr>
            <p:ph type="ctrTitle"/>
          </p:nvPr>
        </p:nvSpPr>
        <p:spPr>
          <a:xfrm>
            <a:off x="1042416" y="1903671"/>
            <a:ext cx="6053327" cy="18466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- light layout">
  <p:cSld name="Cover 2 - light layout">
    <p:bg>
      <p:bgPr>
        <a:solidFill>
          <a:schemeClr val="lt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type="ctrTitle"/>
          </p:nvPr>
        </p:nvSpPr>
        <p:spPr>
          <a:xfrm>
            <a:off x="1499616" y="2052083"/>
            <a:ext cx="8169317" cy="1579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b="1" sz="36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subTitle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 - gradient 3">
  <p:cSld name="Divider 2 - gradient 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4"/>
          <p:cNvPicPr preferRelativeResize="0"/>
          <p:nvPr/>
        </p:nvPicPr>
        <p:blipFill rotWithShape="1">
          <a:blip r:embed="rId2">
            <a:alphaModFix/>
          </a:blip>
          <a:srcRect b="41847" l="7923" r="14839" t="14335"/>
          <a:stretch/>
        </p:blipFill>
        <p:spPr>
          <a:xfrm>
            <a:off x="-1" y="-1"/>
            <a:ext cx="12215813" cy="6930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4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4"/>
          <p:cNvSpPr txBox="1"/>
          <p:nvPr>
            <p:ph type="ctrTitle"/>
          </p:nvPr>
        </p:nvSpPr>
        <p:spPr>
          <a:xfrm>
            <a:off x="1042416" y="1812207"/>
            <a:ext cx="51721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 - dark layout ">
  <p:cSld name="Cover 1 - dark layout 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5"/>
          <p:cNvPicPr preferRelativeResize="0"/>
          <p:nvPr/>
        </p:nvPicPr>
        <p:blipFill rotWithShape="1">
          <a:blip r:embed="rId2">
            <a:alphaModFix/>
          </a:blip>
          <a:srcRect b="0" l="117" r="0" t="117"/>
          <a:stretch/>
        </p:blipFill>
        <p:spPr>
          <a:xfrm>
            <a:off x="0" y="-1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5"/>
          <p:cNvSpPr txBox="1"/>
          <p:nvPr>
            <p:ph type="ctrTitle"/>
          </p:nvPr>
        </p:nvSpPr>
        <p:spPr>
          <a:xfrm>
            <a:off x="1042416" y="2105094"/>
            <a:ext cx="4013200" cy="18284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subTitle"/>
          </p:nvPr>
        </p:nvSpPr>
        <p:spPr>
          <a:xfrm>
            <a:off x="1042989" y="4187952"/>
            <a:ext cx="40142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2" type="body"/>
          </p:nvPr>
        </p:nvSpPr>
        <p:spPr>
          <a:xfrm>
            <a:off x="1042416" y="5289745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5"/>
          <p:cNvSpPr txBox="1"/>
          <p:nvPr/>
        </p:nvSpPr>
        <p:spPr>
          <a:xfrm>
            <a:off x="-1367942" y="1682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678" y="381865"/>
            <a:ext cx="2067983" cy="620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 - dark layout">
  <p:cSld name="Cover 2 - dark layout">
    <p:bg>
      <p:bgPr>
        <a:solidFill>
          <a:schemeClr val="dk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ctrTitle"/>
          </p:nvPr>
        </p:nvSpPr>
        <p:spPr>
          <a:xfrm>
            <a:off x="1499616" y="2052083"/>
            <a:ext cx="8169317" cy="15792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  <a:defRPr b="1" sz="36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subTitle"/>
          </p:nvPr>
        </p:nvSpPr>
        <p:spPr>
          <a:xfrm>
            <a:off x="1500190" y="3885739"/>
            <a:ext cx="81713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2" type="body"/>
          </p:nvPr>
        </p:nvSpPr>
        <p:spPr>
          <a:xfrm>
            <a:off x="1499617" y="4987532"/>
            <a:ext cx="40131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457200" y="1700784"/>
            <a:ext cx="11368088" cy="395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Char char="⎻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 - gradient 1">
  <p:cSld name="Divider 1 - gradient 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6"/>
          <p:cNvPicPr preferRelativeResize="0"/>
          <p:nvPr/>
        </p:nvPicPr>
        <p:blipFill rotWithShape="1">
          <a:blip r:embed="rId2">
            <a:alphaModFix/>
          </a:blip>
          <a:srcRect b="0" l="337" r="0" t="33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6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6"/>
          <p:cNvSpPr txBox="1"/>
          <p:nvPr>
            <p:ph type="ctrTitle"/>
          </p:nvPr>
        </p:nvSpPr>
        <p:spPr>
          <a:xfrm>
            <a:off x="1042416" y="2036802"/>
            <a:ext cx="938174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 - gradient 2">
  <p:cSld name="Divider 1 - gradient 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7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7"/>
          <p:cNvSpPr txBox="1"/>
          <p:nvPr>
            <p:ph type="ctrTitle"/>
          </p:nvPr>
        </p:nvSpPr>
        <p:spPr>
          <a:xfrm>
            <a:off x="1042416" y="2036802"/>
            <a:ext cx="938174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1 - gradient 3">
  <p:cSld name="Divider 1 - gradient 3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5693"/>
            <a:ext cx="12202121" cy="6863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8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8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8"/>
          <p:cNvSpPr txBox="1"/>
          <p:nvPr>
            <p:ph type="ctrTitle"/>
          </p:nvPr>
        </p:nvSpPr>
        <p:spPr>
          <a:xfrm>
            <a:off x="1042416" y="2036802"/>
            <a:ext cx="938174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 - gradient 1">
  <p:cSld name="Divider 2 - gradient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9"/>
          <p:cNvPicPr preferRelativeResize="0"/>
          <p:nvPr/>
        </p:nvPicPr>
        <p:blipFill rotWithShape="1">
          <a:blip r:embed="rId2">
            <a:alphaModFix/>
          </a:blip>
          <a:srcRect b="0" l="5010" r="15648" t="10638"/>
          <a:stretch/>
        </p:blipFill>
        <p:spPr>
          <a:xfrm>
            <a:off x="0" y="-1"/>
            <a:ext cx="12192000" cy="686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9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29"/>
          <p:cNvSpPr txBox="1"/>
          <p:nvPr>
            <p:ph type="ctrTitle"/>
          </p:nvPr>
        </p:nvSpPr>
        <p:spPr>
          <a:xfrm>
            <a:off x="1042416" y="1812207"/>
            <a:ext cx="51721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2 - gradient 2">
  <p:cSld name="Divider 2 - gradient 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0"/>
          <p:cNvPicPr preferRelativeResize="0"/>
          <p:nvPr/>
        </p:nvPicPr>
        <p:blipFill rotWithShape="1">
          <a:blip r:embed="rId2">
            <a:alphaModFix/>
          </a:blip>
          <a:srcRect b="30863" l="0" r="11765" t="19098"/>
          <a:stretch/>
        </p:blipFill>
        <p:spPr>
          <a:xfrm>
            <a:off x="0" y="-1"/>
            <a:ext cx="12192000" cy="6914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0"/>
          <p:cNvPicPr preferRelativeResize="0"/>
          <p:nvPr/>
        </p:nvPicPr>
        <p:blipFill rotWithShape="1">
          <a:blip r:embed="rId3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30"/>
          <p:cNvSpPr txBox="1"/>
          <p:nvPr>
            <p:ph type="ctrTitle"/>
          </p:nvPr>
        </p:nvSpPr>
        <p:spPr>
          <a:xfrm>
            <a:off x="1042416" y="1812207"/>
            <a:ext cx="5172113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b="1" sz="3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1" name="Google Shape;9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iple divide - gradient 1">
  <p:cSld name="Triple divide - gradient 1">
    <p:bg>
      <p:bgPr>
        <a:solidFill>
          <a:schemeClr val="l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1"/>
          <p:cNvPicPr preferRelativeResize="0"/>
          <p:nvPr/>
        </p:nvPicPr>
        <p:blipFill rotWithShape="1">
          <a:blip r:embed="rId2">
            <a:alphaModFix/>
          </a:blip>
          <a:srcRect b="390" l="15012" r="6388" t="20936"/>
          <a:stretch/>
        </p:blipFill>
        <p:spPr>
          <a:xfrm>
            <a:off x="11575" y="0"/>
            <a:ext cx="12180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1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1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iple divide - gradient 2">
  <p:cSld name="Triple divide - gradient 2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2"/>
          <p:cNvPicPr preferRelativeResize="0"/>
          <p:nvPr/>
        </p:nvPicPr>
        <p:blipFill rotWithShape="1">
          <a:blip r:embed="rId2">
            <a:alphaModFix/>
          </a:blip>
          <a:srcRect b="0" l="14690" r="6420" t="2110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2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2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iple divide - gradient 3">
  <p:cSld name="Triple divide - gradient 3"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3"/>
          <p:cNvPicPr preferRelativeResize="0"/>
          <p:nvPr/>
        </p:nvPicPr>
        <p:blipFill rotWithShape="1">
          <a:blip r:embed="rId2">
            <a:alphaModFix/>
          </a:blip>
          <a:srcRect b="-1" l="16053" r="6545" t="22108"/>
          <a:stretch/>
        </p:blipFill>
        <p:spPr>
          <a:xfrm>
            <a:off x="11575" y="0"/>
            <a:ext cx="12192000" cy="687246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3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itle and content - light">
  <p:cSld name="Basic title and content - ligh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4"/>
          <p:cNvSpPr txBox="1"/>
          <p:nvPr>
            <p:ph idx="1" type="body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569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pos="71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itle and content - dark">
  <p:cSld name="Basic title and content - dark">
    <p:bg>
      <p:bgPr>
        <a:solidFill>
          <a:schemeClr val="dk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/>
          <p:nvPr>
            <p:ph idx="1" type="body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569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pos="71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per head, sub head, footnote - light">
  <p:cSld name="Super head, sub head, footnote - ligh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 txBox="1"/>
          <p:nvPr>
            <p:ph idx="1" type="body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6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6"/>
          <p:cNvSpPr txBox="1"/>
          <p:nvPr>
            <p:ph idx="2" type="body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 sz="180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36"/>
          <p:cNvSpPr txBox="1"/>
          <p:nvPr>
            <p:ph idx="3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36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36"/>
          <p:cNvSpPr txBox="1"/>
          <p:nvPr>
            <p:ph idx="4" type="body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050"/>
              <a:buNone/>
              <a:defRPr b="0" sz="105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id="127" name="Google Shape;127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569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pos="71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per head, sub head, footnote - dark">
  <p:cSld name="Super head, sub head, footnote - dark"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800"/>
              <a:buNone/>
              <a:defRPr sz="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37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2" type="body"/>
          </p:nvPr>
        </p:nvSpPr>
        <p:spPr>
          <a:xfrm>
            <a:off x="457200" y="992028"/>
            <a:ext cx="10808207" cy="46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p37"/>
          <p:cNvSpPr txBox="1"/>
          <p:nvPr>
            <p:ph idx="3" type="body"/>
          </p:nvPr>
        </p:nvSpPr>
        <p:spPr>
          <a:xfrm>
            <a:off x="457200" y="1524003"/>
            <a:ext cx="10807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4" type="body"/>
          </p:nvPr>
        </p:nvSpPr>
        <p:spPr>
          <a:xfrm>
            <a:off x="457200" y="310896"/>
            <a:ext cx="1082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050"/>
              <a:buNone/>
              <a:defRPr b="0" sz="105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id="136" name="Google Shape;13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3569">
          <p15:clr>
            <a:srgbClr val="FBAE40"/>
          </p15:clr>
        </p15:guide>
        <p15:guide id="2" orient="horz" pos="960">
          <p15:clr>
            <a:srgbClr val="FBAE40"/>
          </p15:clr>
        </p15:guide>
        <p15:guide id="3" pos="71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- light">
  <p:cSld name="Two column - ligh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38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2" type="body"/>
          </p:nvPr>
        </p:nvSpPr>
        <p:spPr>
          <a:xfrm>
            <a:off x="452438" y="1196975"/>
            <a:ext cx="530352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8"/>
          <p:cNvSpPr txBox="1"/>
          <p:nvPr>
            <p:ph idx="3" type="body"/>
          </p:nvPr>
        </p:nvSpPr>
        <p:spPr>
          <a:xfrm>
            <a:off x="452438" y="1735922"/>
            <a:ext cx="5303520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8"/>
          <p:cNvSpPr txBox="1"/>
          <p:nvPr>
            <p:ph idx="4" type="body"/>
          </p:nvPr>
        </p:nvSpPr>
        <p:spPr>
          <a:xfrm>
            <a:off x="6320785" y="1196975"/>
            <a:ext cx="530352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8"/>
          <p:cNvSpPr txBox="1"/>
          <p:nvPr>
            <p:ph idx="5" type="body"/>
          </p:nvPr>
        </p:nvSpPr>
        <p:spPr>
          <a:xfrm>
            <a:off x="6320785" y="1735922"/>
            <a:ext cx="5303520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6" name="Google Shape;14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- dark">
  <p:cSld name="Two column - dark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9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800"/>
              <a:buNone/>
              <a:defRPr sz="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39"/>
          <p:cNvSpPr txBox="1"/>
          <p:nvPr>
            <p:ph idx="2" type="body"/>
          </p:nvPr>
        </p:nvSpPr>
        <p:spPr>
          <a:xfrm>
            <a:off x="452438" y="1196975"/>
            <a:ext cx="530352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3" type="body"/>
          </p:nvPr>
        </p:nvSpPr>
        <p:spPr>
          <a:xfrm>
            <a:off x="452438" y="1735922"/>
            <a:ext cx="5303520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4" type="body"/>
          </p:nvPr>
        </p:nvSpPr>
        <p:spPr>
          <a:xfrm>
            <a:off x="6320785" y="1196975"/>
            <a:ext cx="5303520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5" type="body"/>
          </p:nvPr>
        </p:nvSpPr>
        <p:spPr>
          <a:xfrm>
            <a:off x="6320785" y="1735922"/>
            <a:ext cx="5303520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6" name="Google Shape;15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- light">
  <p:cSld name="Three column - ligh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0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40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0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40"/>
          <p:cNvSpPr txBox="1"/>
          <p:nvPr>
            <p:ph idx="2" type="body"/>
          </p:nvPr>
        </p:nvSpPr>
        <p:spPr>
          <a:xfrm>
            <a:off x="452438" y="1196975"/>
            <a:ext cx="350678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0"/>
          <p:cNvSpPr txBox="1"/>
          <p:nvPr>
            <p:ph idx="3" type="body"/>
          </p:nvPr>
        </p:nvSpPr>
        <p:spPr>
          <a:xfrm>
            <a:off x="4325191" y="1196975"/>
            <a:ext cx="350678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40"/>
          <p:cNvSpPr txBox="1"/>
          <p:nvPr>
            <p:ph idx="4" type="body"/>
          </p:nvPr>
        </p:nvSpPr>
        <p:spPr>
          <a:xfrm>
            <a:off x="8184497" y="1196975"/>
            <a:ext cx="356610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40"/>
          <p:cNvSpPr txBox="1"/>
          <p:nvPr>
            <p:ph idx="5" type="body"/>
          </p:nvPr>
        </p:nvSpPr>
        <p:spPr>
          <a:xfrm>
            <a:off x="452438" y="1735922"/>
            <a:ext cx="3506787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40"/>
          <p:cNvSpPr txBox="1"/>
          <p:nvPr>
            <p:ph idx="6" type="body"/>
          </p:nvPr>
        </p:nvSpPr>
        <p:spPr>
          <a:xfrm>
            <a:off x="4302544" y="1735922"/>
            <a:ext cx="3506787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40"/>
          <p:cNvSpPr txBox="1"/>
          <p:nvPr>
            <p:ph idx="7" type="body"/>
          </p:nvPr>
        </p:nvSpPr>
        <p:spPr>
          <a:xfrm>
            <a:off x="8168691" y="1735922"/>
            <a:ext cx="3566109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40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8" name="Google Shape;16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- dark">
  <p:cSld name="Three column - dark">
    <p:bg>
      <p:bgPr>
        <a:solidFill>
          <a:schemeClr val="dk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1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800"/>
              <a:buNone/>
              <a:defRPr sz="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41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1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41"/>
          <p:cNvSpPr txBox="1"/>
          <p:nvPr>
            <p:ph idx="2" type="body"/>
          </p:nvPr>
        </p:nvSpPr>
        <p:spPr>
          <a:xfrm>
            <a:off x="452438" y="1196975"/>
            <a:ext cx="350678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41"/>
          <p:cNvSpPr txBox="1"/>
          <p:nvPr>
            <p:ph idx="3" type="body"/>
          </p:nvPr>
        </p:nvSpPr>
        <p:spPr>
          <a:xfrm>
            <a:off x="4325191" y="1196975"/>
            <a:ext cx="3506787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41"/>
          <p:cNvSpPr txBox="1"/>
          <p:nvPr>
            <p:ph idx="4" type="body"/>
          </p:nvPr>
        </p:nvSpPr>
        <p:spPr>
          <a:xfrm>
            <a:off x="8184497" y="1196975"/>
            <a:ext cx="3566109" cy="282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41"/>
          <p:cNvSpPr txBox="1"/>
          <p:nvPr>
            <p:ph idx="5" type="body"/>
          </p:nvPr>
        </p:nvSpPr>
        <p:spPr>
          <a:xfrm>
            <a:off x="452438" y="1735922"/>
            <a:ext cx="3506787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41"/>
          <p:cNvSpPr txBox="1"/>
          <p:nvPr>
            <p:ph idx="6" type="body"/>
          </p:nvPr>
        </p:nvSpPr>
        <p:spPr>
          <a:xfrm>
            <a:off x="4302544" y="1735922"/>
            <a:ext cx="3506787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41"/>
          <p:cNvSpPr txBox="1"/>
          <p:nvPr>
            <p:ph idx="7" type="body"/>
          </p:nvPr>
        </p:nvSpPr>
        <p:spPr>
          <a:xfrm>
            <a:off x="8168691" y="1735922"/>
            <a:ext cx="3566109" cy="403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0" name="Google Shape;18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horizontal - light">
  <p:cSld name="Comparison horizontal - ligh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2"/>
          <p:cNvSpPr txBox="1"/>
          <p:nvPr>
            <p:ph idx="1" type="body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 sz="180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4" name="Google Shape;184;p42"/>
          <p:cNvSpPr txBox="1"/>
          <p:nvPr>
            <p:ph idx="2" type="body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⎻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42"/>
          <p:cNvSpPr txBox="1"/>
          <p:nvPr>
            <p:ph idx="3" type="body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 sz="180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42"/>
          <p:cNvSpPr txBox="1"/>
          <p:nvPr>
            <p:ph idx="4" type="body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⎻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42"/>
          <p:cNvSpPr txBox="1"/>
          <p:nvPr>
            <p:ph idx="5" type="body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b="0" sz="1800">
                <a:solidFill>
                  <a:schemeClr val="accent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p42"/>
          <p:cNvSpPr txBox="1"/>
          <p:nvPr>
            <p:ph idx="6" type="body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⎻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2"/>
          <p:cNvSpPr txBox="1"/>
          <p:nvPr>
            <p:ph idx="7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800"/>
              <a:buNone/>
              <a:defRPr sz="800">
                <a:solidFill>
                  <a:srgbClr val="7F7F7F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42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2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horizontal - dark">
  <p:cSld name="Comparison horizontal - dark">
    <p:bg>
      <p:bgPr>
        <a:solidFill>
          <a:schemeClr val="dk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3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3"/>
          <p:cNvSpPr txBox="1"/>
          <p:nvPr>
            <p:ph idx="1" type="body"/>
          </p:nvPr>
        </p:nvSpPr>
        <p:spPr>
          <a:xfrm>
            <a:off x="457201" y="5876091"/>
            <a:ext cx="10808205" cy="349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800"/>
              <a:buNone/>
              <a:defRPr sz="8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43"/>
          <p:cNvSpPr txBox="1"/>
          <p:nvPr>
            <p:ph idx="11" type="ftr"/>
          </p:nvPr>
        </p:nvSpPr>
        <p:spPr>
          <a:xfrm>
            <a:off x="1042416" y="6438349"/>
            <a:ext cx="1198179" cy="190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3"/>
          <p:cNvSpPr txBox="1"/>
          <p:nvPr>
            <p:ph idx="12" type="sldNum"/>
          </p:nvPr>
        </p:nvSpPr>
        <p:spPr>
          <a:xfrm>
            <a:off x="457199" y="6438651"/>
            <a:ext cx="352097" cy="1907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43"/>
          <p:cNvSpPr txBox="1"/>
          <p:nvPr>
            <p:ph idx="2" type="body"/>
          </p:nvPr>
        </p:nvSpPr>
        <p:spPr>
          <a:xfrm>
            <a:off x="457200" y="1381601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43"/>
          <p:cNvSpPr txBox="1"/>
          <p:nvPr>
            <p:ph idx="3" type="body"/>
          </p:nvPr>
        </p:nvSpPr>
        <p:spPr>
          <a:xfrm>
            <a:off x="3101007" y="1381601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Char char="⎻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43"/>
          <p:cNvSpPr txBox="1"/>
          <p:nvPr>
            <p:ph idx="4" type="body"/>
          </p:nvPr>
        </p:nvSpPr>
        <p:spPr>
          <a:xfrm>
            <a:off x="457200" y="2957417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1" name="Google Shape;201;p43"/>
          <p:cNvSpPr txBox="1"/>
          <p:nvPr>
            <p:ph idx="5" type="body"/>
          </p:nvPr>
        </p:nvSpPr>
        <p:spPr>
          <a:xfrm>
            <a:off x="3101007" y="2957417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Char char="⎻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43"/>
          <p:cNvSpPr txBox="1"/>
          <p:nvPr>
            <p:ph idx="6" type="body"/>
          </p:nvPr>
        </p:nvSpPr>
        <p:spPr>
          <a:xfrm>
            <a:off x="457200" y="4557617"/>
            <a:ext cx="21966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b="0"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3" name="Google Shape;203;p43"/>
          <p:cNvSpPr txBox="1"/>
          <p:nvPr>
            <p:ph idx="7" type="body"/>
          </p:nvPr>
        </p:nvSpPr>
        <p:spPr>
          <a:xfrm>
            <a:off x="3101007" y="4557617"/>
            <a:ext cx="727168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Char char="⎻"/>
              <a:defRPr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4" name="Google Shape;20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44"/>
          <p:cNvPicPr preferRelativeResize="0"/>
          <p:nvPr/>
        </p:nvPicPr>
        <p:blipFill rotWithShape="1">
          <a:blip r:embed="rId2">
            <a:alphaModFix/>
          </a:blip>
          <a:srcRect b="800" l="0" r="0" t="800"/>
          <a:stretch/>
        </p:blipFill>
        <p:spPr>
          <a:xfrm>
            <a:off x="0" y="0"/>
            <a:ext cx="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4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4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44"/>
          <p:cNvSpPr txBox="1"/>
          <p:nvPr>
            <p:ph idx="1" type="body"/>
          </p:nvPr>
        </p:nvSpPr>
        <p:spPr>
          <a:xfrm>
            <a:off x="1042416" y="4201640"/>
            <a:ext cx="8567351" cy="148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>
                <a:solidFill>
                  <a:schemeClr val="accent5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>
                <a:solidFill>
                  <a:schemeClr val="accent3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>
                <a:solidFill>
                  <a:schemeClr val="accent3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>
                <a:solidFill>
                  <a:schemeClr val="accent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44"/>
          <p:cNvSpPr txBox="1"/>
          <p:nvPr>
            <p:ph type="ctrTitle"/>
          </p:nvPr>
        </p:nvSpPr>
        <p:spPr>
          <a:xfrm>
            <a:off x="1042416" y="2023872"/>
            <a:ext cx="8575589" cy="1946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1" name="Google Shape;2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65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ight">
  <p:cSld name="Title only - light">
    <p:bg>
      <p:bgPr>
        <a:solidFill>
          <a:schemeClr val="lt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5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45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6" name="Google Shape;21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ark">
  <p:cSld name="Title only - dark">
    <p:bg>
      <p:bgPr>
        <a:solidFill>
          <a:schemeClr val="dk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6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46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46"/>
          <p:cNvSpPr txBox="1"/>
          <p:nvPr>
            <p:ph type="title"/>
          </p:nvPr>
        </p:nvSpPr>
        <p:spPr>
          <a:xfrm>
            <a:off x="457198" y="557784"/>
            <a:ext cx="108082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1" name="Google Shape;2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light">
  <p:cSld name="Blank - light">
    <p:bg>
      <p:bgPr>
        <a:solidFill>
          <a:schemeClr val="l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7"/>
          <p:cNvSpPr txBox="1"/>
          <p:nvPr>
            <p:ph idx="11" type="ftr"/>
          </p:nvPr>
        </p:nvSpPr>
        <p:spPr>
          <a:xfrm>
            <a:off x="1042416" y="6263640"/>
            <a:ext cx="11981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7"/>
          <p:cNvSpPr txBox="1"/>
          <p:nvPr>
            <p:ph idx="12" type="sldNum"/>
          </p:nvPr>
        </p:nvSpPr>
        <p:spPr>
          <a:xfrm>
            <a:off x="457199" y="6263639"/>
            <a:ext cx="352097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5" name="Google Shape;225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Graphic Single Line Title">
  <p:cSld name="Blue Graphic Single Line Title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animal&#10;&#10;Description automatically generated" id="227" name="Google Shape;22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861"/>
            <a:ext cx="12192000" cy="6861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F78C4">
                  <a:alpha val="0"/>
                </a:srgbClr>
              </a:gs>
              <a:gs pos="25000">
                <a:srgbClr val="2F78C4">
                  <a:alpha val="0"/>
                </a:srgbClr>
              </a:gs>
              <a:gs pos="59000">
                <a:srgbClr val="2E308E">
                  <a:alpha val="96078"/>
                </a:srgbClr>
              </a:gs>
              <a:gs pos="100000">
                <a:srgbClr val="2E308E">
                  <a:alpha val="96078"/>
                </a:srgbClr>
              </a:gs>
            </a:gsLst>
            <a:lin ang="13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8"/>
          <p:cNvSpPr txBox="1"/>
          <p:nvPr>
            <p:ph type="ctrTitle"/>
          </p:nvPr>
        </p:nvSpPr>
        <p:spPr>
          <a:xfrm>
            <a:off x="552218" y="2410016"/>
            <a:ext cx="11131783" cy="820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33"/>
              <a:buFont typeface="Arial"/>
              <a:buNone/>
              <a:defRPr b="1" i="0" sz="5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0" name="Google Shape;230;p48"/>
          <p:cNvCxnSpPr/>
          <p:nvPr/>
        </p:nvCxnSpPr>
        <p:spPr>
          <a:xfrm rot="10800000">
            <a:off x="523863" y="4116591"/>
            <a:ext cx="289261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1" name="Google Shape;231;p48"/>
          <p:cNvSpPr txBox="1"/>
          <p:nvPr>
            <p:ph idx="1" type="body"/>
          </p:nvPr>
        </p:nvSpPr>
        <p:spPr>
          <a:xfrm>
            <a:off x="552218" y="3269357"/>
            <a:ext cx="11103597" cy="541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sz="2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48"/>
          <p:cNvSpPr txBox="1"/>
          <p:nvPr>
            <p:ph idx="2" type="body"/>
          </p:nvPr>
        </p:nvSpPr>
        <p:spPr>
          <a:xfrm>
            <a:off x="552218" y="4275932"/>
            <a:ext cx="11099364" cy="338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133"/>
              <a:buNone/>
              <a:defRPr sz="2133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8"/>
          <p:cNvSpPr txBox="1"/>
          <p:nvPr>
            <p:ph idx="11" type="ftr"/>
          </p:nvPr>
        </p:nvSpPr>
        <p:spPr>
          <a:xfrm>
            <a:off x="508000" y="6260549"/>
            <a:ext cx="6096000" cy="249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67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pic>
        <p:nvPicPr>
          <p:cNvPr id="234" name="Google Shape;23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761" y="-140542"/>
            <a:ext cx="7219784" cy="198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Graadient Blank">
  <p:cSld name="Blue Graadient Blank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65000">
                <a:schemeClr val="accent1"/>
              </a:gs>
              <a:gs pos="100000">
                <a:schemeClr val="accent1"/>
              </a:gs>
            </a:gsLst>
            <a:lin ang="13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9"/>
          <p:cNvSpPr txBox="1"/>
          <p:nvPr>
            <p:ph type="title"/>
          </p:nvPr>
        </p:nvSpPr>
        <p:spPr>
          <a:xfrm>
            <a:off x="512064" y="365761"/>
            <a:ext cx="11171936" cy="8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9"/>
          <p:cNvSpPr txBox="1"/>
          <p:nvPr>
            <p:ph idx="11" type="ftr"/>
          </p:nvPr>
        </p:nvSpPr>
        <p:spPr>
          <a:xfrm>
            <a:off x="880515" y="6260549"/>
            <a:ext cx="6096000" cy="249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239" name="Google Shape;239;p49"/>
          <p:cNvSpPr txBox="1"/>
          <p:nvPr>
            <p:ph idx="12" type="sldNum"/>
          </p:nvPr>
        </p:nvSpPr>
        <p:spPr>
          <a:xfrm>
            <a:off x="513467" y="6345991"/>
            <a:ext cx="165110" cy="164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0" name="Google Shape;240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12401" y="6335346"/>
            <a:ext cx="1373033" cy="294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showMasterSp="0">
  <p:cSld name="Blank Slide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Gradient Cover Double + Client Logo_Double" showMasterSp="0">
  <p:cSld name="Blue Gradient Cover Double + Client Logo_Double">
    <p:bg>
      <p:bgPr>
        <a:gradFill>
          <a:gsLst>
            <a:gs pos="0">
              <a:schemeClr val="accent3"/>
            </a:gs>
            <a:gs pos="66000">
              <a:schemeClr val="accent1"/>
            </a:gs>
            <a:gs pos="100000">
              <a:schemeClr val="accent1"/>
            </a:gs>
          </a:gsLst>
          <a:lin ang="13500000" scaled="0"/>
        </a:gra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1"/>
          <p:cNvSpPr txBox="1"/>
          <p:nvPr>
            <p:ph type="ctrTitle"/>
          </p:nvPr>
        </p:nvSpPr>
        <p:spPr>
          <a:xfrm>
            <a:off x="552218" y="1999680"/>
            <a:ext cx="11131783" cy="1641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33"/>
              <a:buFont typeface="Arial"/>
              <a:buNone/>
              <a:defRPr b="1" i="0" sz="53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4" name="Google Shape;244;p51"/>
          <p:cNvCxnSpPr/>
          <p:nvPr/>
        </p:nvCxnSpPr>
        <p:spPr>
          <a:xfrm rot="10800000">
            <a:off x="523863" y="4487651"/>
            <a:ext cx="2892613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5" name="Google Shape;245;p51"/>
          <p:cNvSpPr txBox="1"/>
          <p:nvPr>
            <p:ph idx="1" type="body"/>
          </p:nvPr>
        </p:nvSpPr>
        <p:spPr>
          <a:xfrm>
            <a:off x="552218" y="3640417"/>
            <a:ext cx="11103597" cy="541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sz="2667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51"/>
          <p:cNvSpPr txBox="1"/>
          <p:nvPr>
            <p:ph idx="2" type="body"/>
          </p:nvPr>
        </p:nvSpPr>
        <p:spPr>
          <a:xfrm>
            <a:off x="552218" y="4646992"/>
            <a:ext cx="11099364" cy="338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133"/>
              <a:buNone/>
              <a:defRPr sz="2133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51"/>
          <p:cNvSpPr txBox="1"/>
          <p:nvPr>
            <p:ph idx="11" type="ftr"/>
          </p:nvPr>
        </p:nvSpPr>
        <p:spPr>
          <a:xfrm>
            <a:off x="508000" y="6260549"/>
            <a:ext cx="6096000" cy="249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67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pic>
        <p:nvPicPr>
          <p:cNvPr id="248" name="Google Shape;24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3761" y="-140542"/>
            <a:ext cx="7219784" cy="198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Layout_White Background">
  <p:cSld name="Main Layout_White Background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2"/>
          <p:cNvSpPr txBox="1"/>
          <p:nvPr>
            <p:ph type="title"/>
          </p:nvPr>
        </p:nvSpPr>
        <p:spPr>
          <a:xfrm>
            <a:off x="512064" y="365761"/>
            <a:ext cx="11222736" cy="82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52"/>
          <p:cNvSpPr txBox="1"/>
          <p:nvPr>
            <p:ph idx="1" type="body"/>
          </p:nvPr>
        </p:nvSpPr>
        <p:spPr>
          <a:xfrm>
            <a:off x="508000" y="1549401"/>
            <a:ext cx="11222736" cy="4415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⎻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2"/>
          <p:cNvSpPr txBox="1"/>
          <p:nvPr>
            <p:ph idx="11" type="ftr"/>
          </p:nvPr>
        </p:nvSpPr>
        <p:spPr>
          <a:xfrm>
            <a:off x="880515" y="6260549"/>
            <a:ext cx="6096000" cy="249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253" name="Google Shape;253;p52"/>
          <p:cNvSpPr txBox="1"/>
          <p:nvPr>
            <p:ph idx="12" type="sldNum"/>
          </p:nvPr>
        </p:nvSpPr>
        <p:spPr>
          <a:xfrm>
            <a:off x="513467" y="6345991"/>
            <a:ext cx="165110" cy="164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mbria"/>
              <a:buChar char="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SabarishR08/ai-safety-governance-layer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59" name="Google Shape;259;p1"/>
          <p:cNvSpPr txBox="1"/>
          <p:nvPr>
            <p:ph type="ctrTitle"/>
          </p:nvPr>
        </p:nvSpPr>
        <p:spPr>
          <a:xfrm>
            <a:off x="643166" y="2048094"/>
            <a:ext cx="40131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AI Safety &amp; Governance Layer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0" name="Google Shape;260;p1"/>
          <p:cNvSpPr txBox="1"/>
          <p:nvPr>
            <p:ph idx="1" type="subTitle"/>
          </p:nvPr>
        </p:nvSpPr>
        <p:spPr>
          <a:xfrm>
            <a:off x="643164" y="5011127"/>
            <a:ext cx="40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/>
              <a:t>Team Name : PERCEPTRON</a:t>
            </a:r>
            <a:endParaRPr/>
          </a:p>
        </p:txBody>
      </p:sp>
      <p:sp>
        <p:nvSpPr>
          <p:cNvPr id="261" name="Google Shape;261;p1"/>
          <p:cNvSpPr txBox="1"/>
          <p:nvPr>
            <p:ph idx="2" type="body"/>
          </p:nvPr>
        </p:nvSpPr>
        <p:spPr>
          <a:xfrm>
            <a:off x="643766" y="5524495"/>
            <a:ext cx="401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/>
              <a:t>College Name : Panimalar Engineering College </a:t>
            </a:r>
            <a:endParaRPr/>
          </a:p>
        </p:txBody>
      </p:sp>
      <p:sp>
        <p:nvSpPr>
          <p:cNvPr id="262" name="Google Shape;262;p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"/>
          <p:cNvSpPr txBox="1"/>
          <p:nvPr>
            <p:ph idx="2" type="body"/>
          </p:nvPr>
        </p:nvSpPr>
        <p:spPr>
          <a:xfrm>
            <a:off x="643775" y="1328725"/>
            <a:ext cx="54528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1" lang="en-US" sz="1600"/>
              <a:t>Category</a:t>
            </a:r>
            <a:r>
              <a:rPr lang="en-US" sz="1600"/>
              <a:t>: AI &amp; Agentic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b="1" lang="en-US" sz="1600"/>
              <a:t>Business Concepts:</a:t>
            </a:r>
            <a:r>
              <a:rPr lang="en-US" sz="1600"/>
              <a:t> Responsible AI, Compliance, Security 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69" name="Google Shape;269;p2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2"/>
          <p:cNvSpPr txBox="1"/>
          <p:nvPr>
            <p:ph idx="1" type="body"/>
          </p:nvPr>
        </p:nvSpPr>
        <p:spPr>
          <a:xfrm>
            <a:off x="457196" y="4659101"/>
            <a:ext cx="6053400" cy="13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/>
              <a:t>Team details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Team Name - PERCEPTRON</a:t>
            </a:r>
            <a:br>
              <a:rPr lang="en-US"/>
            </a:br>
            <a:br>
              <a:rPr lang="en-US"/>
            </a:br>
            <a:r>
              <a:rPr lang="en-US"/>
              <a:t>College Name - Panimalar Engineering College</a:t>
            </a:r>
            <a:endParaRPr/>
          </a:p>
        </p:txBody>
      </p:sp>
      <p:graphicFrame>
        <p:nvGraphicFramePr>
          <p:cNvPr id="271" name="Google Shape;271;p2"/>
          <p:cNvGraphicFramePr/>
          <p:nvPr/>
        </p:nvGraphicFramePr>
        <p:xfrm>
          <a:off x="63096" y="7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{0BE80813-D0C3-447A-852E-43AD66DB837D}</a:tableStyleId>
              </a:tblPr>
              <a:tblGrid>
                <a:gridCol w="2215225"/>
                <a:gridCol w="2215225"/>
                <a:gridCol w="2215225"/>
                <a:gridCol w="2215225"/>
              </a:tblGrid>
              <a:tr h="102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Team members Name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Mail id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Team faculty mentors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Mail id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2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Sabarish 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sabarishr1087@</a:t>
                      </a:r>
                      <a:endParaRPr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gmail.com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>
                        <a:solidFill>
                          <a:srgbClr val="C4C7C5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Dr.T.Karthikeyan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karthikeyan.csbs@panimalar.ac.in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Vignesh 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vigneshr.dev2402@gmail.com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Dr.T.Karthikeyan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karthikeyan.csbs@panimalar.ac.in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Sanjai 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sandysaniit0508@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gmail.com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Dr.T.Karthikeyan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karthikeyan.csbs@panimalar.ac.in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7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Sengan 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sengansengan96@gmail.com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Dr.T.Karthikeyan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karthikeyan.csbs@panimalar.ac.in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"/>
          <p:cNvSpPr txBox="1"/>
          <p:nvPr>
            <p:ph idx="11" type="ftr"/>
          </p:nvPr>
        </p:nvSpPr>
        <p:spPr>
          <a:xfrm>
            <a:off x="1499617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77" name="Google Shape;277;p3"/>
          <p:cNvSpPr txBox="1"/>
          <p:nvPr>
            <p:ph type="ctrTitle"/>
          </p:nvPr>
        </p:nvSpPr>
        <p:spPr>
          <a:xfrm>
            <a:off x="703266" y="457208"/>
            <a:ext cx="81693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</a:pPr>
            <a:r>
              <a:rPr lang="en-US"/>
              <a:t>PROBLEM STATEMENT DETAILING </a:t>
            </a:r>
            <a:br>
              <a:rPr lang="en-US"/>
            </a:br>
            <a:endParaRPr/>
          </a:p>
        </p:txBody>
      </p:sp>
      <p:sp>
        <p:nvSpPr>
          <p:cNvPr id="278" name="Google Shape;278;p3"/>
          <p:cNvSpPr txBox="1"/>
          <p:nvPr>
            <p:ph idx="2" type="body"/>
          </p:nvPr>
        </p:nvSpPr>
        <p:spPr>
          <a:xfrm>
            <a:off x="786491" y="1789075"/>
            <a:ext cx="99303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9550" lvl="0" marL="17145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Enterprises deploying AI/agentic systems risk leaking PII and sensitive data through prompts, tool calls, and responses, with no visibility into what was exposed. </a:t>
            </a:r>
            <a:br>
              <a:rPr lang="en-US" sz="1800"/>
            </a:br>
            <a:r>
              <a:rPr b="1" lang="en-US" sz="1800"/>
              <a:t>Goal:</a:t>
            </a:r>
            <a:r>
              <a:rPr lang="en-US" sz="1800"/>
              <a:t> give teams a real-time layer that catches and contains this exposure.</a:t>
            </a:r>
            <a:endParaRPr sz="1800"/>
          </a:p>
          <a:p>
            <a:pPr indent="-209550" lvl="0" marL="1714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Sub-tasks</a:t>
            </a:r>
            <a:r>
              <a:rPr lang="en-US" sz="1800"/>
              <a:t>: (1) detect PII/sensitive entities in real time across prompts and responses, </a:t>
            </a:r>
            <a:endParaRPr sz="1800"/>
          </a:p>
          <a:p>
            <a:pPr indent="45720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(2) mask or redact before data leaves the boundary, </a:t>
            </a:r>
            <a:endParaRPr sz="1800"/>
          </a:p>
          <a:p>
            <a:pPr indent="45720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(3) generate tamper-evident audit logs.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  </a:t>
            </a:r>
            <a:r>
              <a:rPr b="1" lang="en-US" sz="1800"/>
              <a:t>Challenge</a:t>
            </a:r>
            <a:r>
              <a:rPr lang="en-US" sz="1800"/>
              <a:t>: do this with low latency inside live agent pipelines.</a:t>
            </a:r>
            <a:endParaRPr sz="1800"/>
          </a:p>
          <a:p>
            <a:pPr indent="-209550" lvl="0" marL="1714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Success measures: </a:t>
            </a:r>
            <a:r>
              <a:rPr lang="en-US" sz="1800"/>
              <a:t>PII detection accuracy (precision/recall), masking latency added per request, % of sensitive events captured in audit logs, false-positive rate on legitimate content.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"/>
          <p:cNvSpPr txBox="1"/>
          <p:nvPr>
            <p:ph idx="11" type="ftr"/>
          </p:nvPr>
        </p:nvSpPr>
        <p:spPr>
          <a:xfrm>
            <a:off x="863117" y="6554393"/>
            <a:ext cx="1198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© 2023 Cognizant</a:t>
            </a:r>
            <a:endParaRPr sz="1200"/>
          </a:p>
        </p:txBody>
      </p:sp>
      <p:sp>
        <p:nvSpPr>
          <p:cNvPr id="284" name="Google Shape;284;p4"/>
          <p:cNvSpPr txBox="1"/>
          <p:nvPr>
            <p:ph type="ctrTitle"/>
          </p:nvPr>
        </p:nvSpPr>
        <p:spPr>
          <a:xfrm>
            <a:off x="798000" y="-142537"/>
            <a:ext cx="55461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</a:pPr>
            <a:r>
              <a:rPr lang="en-US" sz="4100"/>
              <a:t>SOLUTION</a:t>
            </a:r>
            <a:endParaRPr sz="4100"/>
          </a:p>
        </p:txBody>
      </p:sp>
      <p:sp>
        <p:nvSpPr>
          <p:cNvPr id="285" name="Google Shape;285;p4"/>
          <p:cNvSpPr txBox="1"/>
          <p:nvPr>
            <p:ph idx="2" type="body"/>
          </p:nvPr>
        </p:nvSpPr>
        <p:spPr>
          <a:xfrm>
            <a:off x="1080225" y="2024094"/>
            <a:ext cx="11466000" cy="4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We propose an </a:t>
            </a:r>
            <a:r>
              <a:rPr b="1" lang="en-US" sz="1700">
                <a:solidFill>
                  <a:srgbClr val="000000"/>
                </a:solidFill>
              </a:rPr>
              <a:t>AI Privacy Firewall</a:t>
            </a:r>
            <a:r>
              <a:rPr lang="en-US" sz="1700">
                <a:solidFill>
                  <a:srgbClr val="000000"/>
                </a:solidFill>
              </a:rPr>
              <a:t> to protect users personal and sensitive information.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It works as a </a:t>
            </a:r>
            <a:r>
              <a:rPr b="1" lang="en-US" sz="1700">
                <a:solidFill>
                  <a:srgbClr val="000000"/>
                </a:solidFill>
              </a:rPr>
              <a:t>security layer between the user and the AI model</a:t>
            </a:r>
            <a:r>
              <a:rPr lang="en-US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It checks every </a:t>
            </a:r>
            <a:r>
              <a:rPr b="1" lang="en-US" sz="1700">
                <a:solidFill>
                  <a:srgbClr val="000000"/>
                </a:solidFill>
              </a:rPr>
              <a:t>user prompt</a:t>
            </a:r>
            <a:r>
              <a:rPr lang="en-US" sz="1700">
                <a:solidFill>
                  <a:srgbClr val="000000"/>
                </a:solidFill>
              </a:rPr>
              <a:t> for sensitive information like phone numbers, emails, </a:t>
            </a:r>
            <a:br>
              <a:rPr lang="en-US" sz="1700">
                <a:solidFill>
                  <a:srgbClr val="000000"/>
                </a:solidFill>
              </a:rPr>
            </a:br>
            <a:r>
              <a:rPr lang="en-US" sz="1700">
                <a:solidFill>
                  <a:srgbClr val="000000"/>
                </a:solidFill>
              </a:rPr>
              <a:t>Aadhaar numbers, names, and addresses.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If sensitive information is found, it is </a:t>
            </a:r>
            <a:r>
              <a:rPr b="1" lang="en-US" sz="1700">
                <a:solidFill>
                  <a:srgbClr val="000000"/>
                </a:solidFill>
              </a:rPr>
              <a:t>automatically masked</a:t>
            </a:r>
            <a:r>
              <a:rPr lang="en-US" sz="1700">
                <a:solidFill>
                  <a:srgbClr val="000000"/>
                </a:solidFill>
              </a:rPr>
              <a:t> before sending the prompt to the AI.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The AI's </a:t>
            </a:r>
            <a:r>
              <a:rPr b="1" lang="en-US" sz="1700">
                <a:solidFill>
                  <a:srgbClr val="000000"/>
                </a:solidFill>
              </a:rPr>
              <a:t>response is also checked</a:t>
            </a:r>
            <a:r>
              <a:rPr lang="en-US" sz="1700">
                <a:solidFill>
                  <a:srgbClr val="000000"/>
                </a:solidFill>
              </a:rPr>
              <a:t> for sensitive information before it reaches the user.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All detected information and security actions are </a:t>
            </a:r>
            <a:r>
              <a:rPr b="1" lang="en-US" sz="1700">
                <a:solidFill>
                  <a:srgbClr val="000000"/>
                </a:solidFill>
              </a:rPr>
              <a:t>stored in an audit log</a:t>
            </a:r>
            <a:r>
              <a:rPr lang="en-US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A </a:t>
            </a:r>
            <a:r>
              <a:rPr b="1" lang="en-US" sz="1700">
                <a:solidFill>
                  <a:srgbClr val="000000"/>
                </a:solidFill>
              </a:rPr>
              <a:t>dashboard</a:t>
            </a:r>
            <a:r>
              <a:rPr lang="en-US" sz="1700">
                <a:solidFill>
                  <a:srgbClr val="000000"/>
                </a:solidFill>
              </a:rPr>
              <a:t> allows administrators to monitor security events and risk levels.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-US" sz="1700">
                <a:solidFill>
                  <a:srgbClr val="000000"/>
                </a:solidFill>
              </a:rPr>
              <a:t>This helps </a:t>
            </a:r>
            <a:r>
              <a:rPr b="1" lang="en-US" sz="1700">
                <a:solidFill>
                  <a:srgbClr val="000000"/>
                </a:solidFill>
              </a:rPr>
              <a:t>prevent personal data leaks while using AI systems</a:t>
            </a:r>
            <a:r>
              <a:rPr lang="en-US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8a3375d4f_1_37"/>
          <p:cNvSpPr txBox="1"/>
          <p:nvPr>
            <p:ph idx="11" type="ftr"/>
          </p:nvPr>
        </p:nvSpPr>
        <p:spPr>
          <a:xfrm>
            <a:off x="1499617" y="6325193"/>
            <a:ext cx="1198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91" name="Google Shape;291;g3f8a3375d4f_1_37"/>
          <p:cNvSpPr txBox="1"/>
          <p:nvPr>
            <p:ph type="ctrTitle"/>
          </p:nvPr>
        </p:nvSpPr>
        <p:spPr>
          <a:xfrm>
            <a:off x="905341" y="-99147"/>
            <a:ext cx="81693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</a:pPr>
            <a:r>
              <a:rPr lang="en-US"/>
              <a:t>TECH STACKS</a:t>
            </a:r>
            <a:endParaRPr/>
          </a:p>
        </p:txBody>
      </p:sp>
      <p:sp>
        <p:nvSpPr>
          <p:cNvPr id="292" name="Google Shape;292;g3f8a3375d4f_1_37"/>
          <p:cNvSpPr txBox="1"/>
          <p:nvPr>
            <p:ph idx="2" type="body"/>
          </p:nvPr>
        </p:nvSpPr>
        <p:spPr>
          <a:xfrm>
            <a:off x="1130850" y="1527600"/>
            <a:ext cx="9930300" cy="256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 Backend: </a:t>
            </a:r>
            <a:r>
              <a:rPr lang="en-US" sz="1700"/>
              <a:t>FastAPI + WebSockets (real-time interception)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 PII Detection</a:t>
            </a:r>
            <a:r>
              <a:rPr lang="en-US" sz="1700"/>
              <a:t>: Microsoft Presidio (spaCy NER) + Custom Regex Engine (8 patterns incl. Aadhaar, PAN)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 Toxicity: </a:t>
            </a:r>
            <a:r>
              <a:rPr lang="en-US" sz="1700"/>
              <a:t>Detoxify (BERT-based, severity-stratified scoring)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 Threat Detection:</a:t>
            </a:r>
            <a:r>
              <a:rPr lang="en-US" sz="1700"/>
              <a:t> Custom malware scanner (20 patterns: SQLi, XSS, PowerShell, reverse shells) + Advanced injection (polyglot, homoglyph, multilingual)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 LLM Layer: </a:t>
            </a:r>
            <a:r>
              <a:rPr lang="en-US" sz="1700"/>
              <a:t>Multi-provider fallback chain 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 Audit:</a:t>
            </a:r>
            <a:r>
              <a:rPr lang="en-US" sz="1700"/>
              <a:t> SHA-256 hash-chained SQLite log (tamper-evident)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 Dashboard:</a:t>
            </a:r>
            <a:r>
              <a:rPr lang="en-US" sz="1700"/>
              <a:t> Vanilla HTML/CSS/JS single-file SOC dashboard with WebSocket live flow</a:t>
            </a:r>
            <a:endParaRPr sz="1700"/>
          </a:p>
          <a:p>
            <a:pPr indent="-107950" lvl="0" marL="0" rtl="0" algn="l"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/>
              <a:t> Performance:</a:t>
            </a:r>
            <a:r>
              <a:rPr lang="en-US" sz="1700"/>
              <a:t> TTL-based LRU cache, per-IP rate limiting, background ML loading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"/>
          <p:cNvSpPr txBox="1"/>
          <p:nvPr>
            <p:ph idx="4294967295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298" name="Google Shape;298;p6"/>
          <p:cNvSpPr txBox="1"/>
          <p:nvPr>
            <p:ph idx="4294967295" type="body"/>
          </p:nvPr>
        </p:nvSpPr>
        <p:spPr>
          <a:xfrm>
            <a:off x="1036233" y="3897548"/>
            <a:ext cx="6053322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99" name="Google Shape;29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675" y="980325"/>
            <a:ext cx="9670674" cy="52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"/>
          <p:cNvSpPr txBox="1"/>
          <p:nvPr/>
        </p:nvSpPr>
        <p:spPr>
          <a:xfrm>
            <a:off x="966250" y="457200"/>
            <a:ext cx="945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Diagram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8a36e3517_0_6"/>
          <p:cNvSpPr txBox="1"/>
          <p:nvPr>
            <p:ph idx="11" type="ftr"/>
          </p:nvPr>
        </p:nvSpPr>
        <p:spPr>
          <a:xfrm>
            <a:off x="1499617" y="6325193"/>
            <a:ext cx="1198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06" name="Google Shape;306;g3f8a36e3517_0_6"/>
          <p:cNvSpPr txBox="1"/>
          <p:nvPr>
            <p:ph type="ctrTitle"/>
          </p:nvPr>
        </p:nvSpPr>
        <p:spPr>
          <a:xfrm>
            <a:off x="905341" y="-277422"/>
            <a:ext cx="81693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</a:pPr>
            <a:r>
              <a:rPr lang="en-US"/>
              <a:t>CASE STUDY</a:t>
            </a:r>
            <a:endParaRPr/>
          </a:p>
        </p:txBody>
      </p:sp>
      <p:sp>
        <p:nvSpPr>
          <p:cNvPr id="307" name="Google Shape;307;g3f8a36e3517_0_6"/>
          <p:cNvSpPr txBox="1"/>
          <p:nvPr>
            <p:ph idx="2" type="body"/>
          </p:nvPr>
        </p:nvSpPr>
        <p:spPr>
          <a:xfrm>
            <a:off x="834025" y="1743925"/>
            <a:ext cx="120024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b="1" lang="en-US" sz="1700">
                <a:solidFill>
                  <a:srgbClr val="222222"/>
                </a:solidFill>
                <a:highlight>
                  <a:srgbClr val="FFFFFF"/>
                </a:highlight>
              </a:rPr>
              <a:t>Samsung, 2023</a:t>
            </a: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  <a:t> — engineers pasted proprietary source code into ChatGPT for debugging; </a:t>
            </a:r>
            <a:b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  <a:t>data left the company boundary permanently. Samsung banned public GenAI tools internally afterward.</a:t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b="1" lang="en-US" sz="1700">
                <a:solidFill>
                  <a:srgbClr val="222222"/>
                </a:solidFill>
                <a:highlight>
                  <a:srgbClr val="FFFFFF"/>
                </a:highlight>
              </a:rPr>
              <a:t>Slack AI indirect prompt injection, 2024</a:t>
            </a: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  <a:t> — a hidden instruction planted in a public channel message </a:t>
            </a:r>
            <a:b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  <a:t>got followed later, exfiltrating private channel data.</a:t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b="1" lang="en-US" sz="1700">
                <a:solidFill>
                  <a:srgbClr val="222222"/>
                </a:solidFill>
                <a:highlight>
                  <a:srgbClr val="FFFFFF"/>
                </a:highlight>
              </a:rPr>
              <a:t>MCP Tool Poisoning (Invariant Labs, 2025)</a:t>
            </a: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  <a:t> — malicious MCP server exfiltrated WhatsApp chat </a:t>
            </a:r>
            <a:b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  <a:t>histories via poisoned tool metadata. One line each, </a:t>
            </a:r>
            <a:b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</a:rPr>
              <a:t>framed as "this is the exact failure mode Sentinel is built to catch."</a:t>
            </a:r>
            <a:endParaRPr sz="1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7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77f2d47bd_0_0"/>
          <p:cNvSpPr txBox="1"/>
          <p:nvPr>
            <p:ph idx="4294967295" type="ctrTitle"/>
          </p:nvPr>
        </p:nvSpPr>
        <p:spPr>
          <a:xfrm>
            <a:off x="362091" y="120935"/>
            <a:ext cx="605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/>
          </a:p>
        </p:txBody>
      </p:sp>
      <p:sp>
        <p:nvSpPr>
          <p:cNvPr id="313" name="Google Shape;313;g3f77f2d47bd_0_0"/>
          <p:cNvSpPr txBox="1"/>
          <p:nvPr>
            <p:ph idx="4294967295" type="ftr"/>
          </p:nvPr>
        </p:nvSpPr>
        <p:spPr>
          <a:xfrm>
            <a:off x="1042416" y="6325193"/>
            <a:ext cx="1198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14" name="Google Shape;314;g3f77f2d47bd_0_0"/>
          <p:cNvSpPr txBox="1"/>
          <p:nvPr>
            <p:ph idx="4294967295" type="body"/>
          </p:nvPr>
        </p:nvSpPr>
        <p:spPr>
          <a:xfrm>
            <a:off x="1036233" y="3897548"/>
            <a:ext cx="605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315" name="Google Shape;315;g3f77f2d47b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6713"/>
            <a:ext cx="11752469" cy="543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8a3375d4f_1_17"/>
          <p:cNvSpPr txBox="1"/>
          <p:nvPr>
            <p:ph idx="4294967295" type="ctrTitle"/>
          </p:nvPr>
        </p:nvSpPr>
        <p:spPr>
          <a:xfrm>
            <a:off x="362091" y="120935"/>
            <a:ext cx="605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/>
          </a:p>
        </p:txBody>
      </p:sp>
      <p:sp>
        <p:nvSpPr>
          <p:cNvPr id="321" name="Google Shape;321;g3f8a3375d4f_1_17"/>
          <p:cNvSpPr txBox="1"/>
          <p:nvPr>
            <p:ph idx="4294967295" type="ftr"/>
          </p:nvPr>
        </p:nvSpPr>
        <p:spPr>
          <a:xfrm>
            <a:off x="1042416" y="6325193"/>
            <a:ext cx="1198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22" name="Google Shape;322;g3f8a3375d4f_1_17"/>
          <p:cNvSpPr txBox="1"/>
          <p:nvPr>
            <p:ph idx="4294967295" type="body"/>
          </p:nvPr>
        </p:nvSpPr>
        <p:spPr>
          <a:xfrm>
            <a:off x="1036233" y="3897548"/>
            <a:ext cx="605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323" name="Google Shape;323;g3f8a3375d4f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6714"/>
            <a:ext cx="11752469" cy="543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8a3375d4f_1_1"/>
          <p:cNvSpPr txBox="1"/>
          <p:nvPr>
            <p:ph idx="4294967295" type="ctrTitle"/>
          </p:nvPr>
        </p:nvSpPr>
        <p:spPr>
          <a:xfrm>
            <a:off x="362091" y="120935"/>
            <a:ext cx="605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/>
          </a:p>
        </p:txBody>
      </p:sp>
      <p:sp>
        <p:nvSpPr>
          <p:cNvPr id="329" name="Google Shape;329;g3f8a3375d4f_1_1"/>
          <p:cNvSpPr txBox="1"/>
          <p:nvPr>
            <p:ph idx="4294967295" type="ftr"/>
          </p:nvPr>
        </p:nvSpPr>
        <p:spPr>
          <a:xfrm>
            <a:off x="1042416" y="6325193"/>
            <a:ext cx="1198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30" name="Google Shape;330;g3f8a3375d4f_1_1"/>
          <p:cNvSpPr txBox="1"/>
          <p:nvPr>
            <p:ph idx="4294967295" type="body"/>
          </p:nvPr>
        </p:nvSpPr>
        <p:spPr>
          <a:xfrm>
            <a:off x="1036233" y="3897548"/>
            <a:ext cx="605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331" name="Google Shape;331;g3f8a3375d4f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838" y="1206125"/>
            <a:ext cx="11732176" cy="542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8a3375d4f_1_8"/>
          <p:cNvSpPr txBox="1"/>
          <p:nvPr>
            <p:ph idx="4294967295" type="ctrTitle"/>
          </p:nvPr>
        </p:nvSpPr>
        <p:spPr>
          <a:xfrm>
            <a:off x="362091" y="120935"/>
            <a:ext cx="605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/>
          </a:p>
        </p:txBody>
      </p:sp>
      <p:sp>
        <p:nvSpPr>
          <p:cNvPr id="337" name="Google Shape;337;g3f8a3375d4f_1_8"/>
          <p:cNvSpPr txBox="1"/>
          <p:nvPr>
            <p:ph idx="4294967295" type="ftr"/>
          </p:nvPr>
        </p:nvSpPr>
        <p:spPr>
          <a:xfrm>
            <a:off x="1042416" y="6325193"/>
            <a:ext cx="1198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38" name="Google Shape;338;g3f8a3375d4f_1_8"/>
          <p:cNvSpPr txBox="1"/>
          <p:nvPr>
            <p:ph idx="4294967295" type="body"/>
          </p:nvPr>
        </p:nvSpPr>
        <p:spPr>
          <a:xfrm>
            <a:off x="1036233" y="3897548"/>
            <a:ext cx="605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339" name="Google Shape;339;g3f8a3375d4f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88" y="1119400"/>
            <a:ext cx="11726427" cy="542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77f2d47bd_0_8"/>
          <p:cNvSpPr txBox="1"/>
          <p:nvPr>
            <p:ph idx="4294967295" type="ctrTitle"/>
          </p:nvPr>
        </p:nvSpPr>
        <p:spPr>
          <a:xfrm>
            <a:off x="318791" y="159460"/>
            <a:ext cx="605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/>
          </a:p>
        </p:txBody>
      </p:sp>
      <p:sp>
        <p:nvSpPr>
          <p:cNvPr id="345" name="Google Shape;345;g3f77f2d47bd_0_8"/>
          <p:cNvSpPr txBox="1"/>
          <p:nvPr>
            <p:ph idx="4294967295" type="ftr"/>
          </p:nvPr>
        </p:nvSpPr>
        <p:spPr>
          <a:xfrm>
            <a:off x="1042416" y="6325193"/>
            <a:ext cx="1198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46" name="Google Shape;346;g3f77f2d47bd_0_8"/>
          <p:cNvSpPr txBox="1"/>
          <p:nvPr>
            <p:ph idx="4294967295" type="body"/>
          </p:nvPr>
        </p:nvSpPr>
        <p:spPr>
          <a:xfrm>
            <a:off x="1036233" y="3897548"/>
            <a:ext cx="605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347" name="Google Shape;347;g3f77f2d47bd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25" y="1176950"/>
            <a:ext cx="11649776" cy="5384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"/>
          <p:cNvSpPr txBox="1"/>
          <p:nvPr>
            <p:ph type="title"/>
          </p:nvPr>
        </p:nvSpPr>
        <p:spPr>
          <a:xfrm>
            <a:off x="199900" y="199575"/>
            <a:ext cx="1080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/>
          </a:p>
        </p:txBody>
      </p:sp>
      <p:sp>
        <p:nvSpPr>
          <p:cNvPr id="353" name="Google Shape;353;p7"/>
          <p:cNvSpPr txBox="1"/>
          <p:nvPr>
            <p:ph idx="11" type="ftr"/>
          </p:nvPr>
        </p:nvSpPr>
        <p:spPr>
          <a:xfrm>
            <a:off x="1042416" y="6438349"/>
            <a:ext cx="1198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54" name="Google Shape;354;p7"/>
          <p:cNvSpPr txBox="1"/>
          <p:nvPr>
            <p:ph idx="12" type="sldNum"/>
          </p:nvPr>
        </p:nvSpPr>
        <p:spPr>
          <a:xfrm>
            <a:off x="457199" y="6438651"/>
            <a:ext cx="3522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7"/>
          <p:cNvSpPr txBox="1"/>
          <p:nvPr>
            <p:ph idx="1" type="body"/>
          </p:nvPr>
        </p:nvSpPr>
        <p:spPr>
          <a:xfrm>
            <a:off x="457200" y="1524003"/>
            <a:ext cx="10807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DB33F"/>
              </a:buClr>
              <a:buSzPts val="1600"/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356" name="Google Shape;3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00" y="1122975"/>
            <a:ext cx="11635426" cy="548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"/>
          <p:cNvSpPr txBox="1"/>
          <p:nvPr>
            <p:ph type="ctrTitle"/>
          </p:nvPr>
        </p:nvSpPr>
        <p:spPr>
          <a:xfrm>
            <a:off x="938041" y="747385"/>
            <a:ext cx="605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SOURCE CODE</a:t>
            </a:r>
            <a:endParaRPr/>
          </a:p>
        </p:txBody>
      </p:sp>
      <p:sp>
        <p:nvSpPr>
          <p:cNvPr id="362" name="Google Shape;362;p5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63" name="Google Shape;363;p5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5"/>
          <p:cNvSpPr txBox="1"/>
          <p:nvPr>
            <p:ph idx="1" type="body"/>
          </p:nvPr>
        </p:nvSpPr>
        <p:spPr>
          <a:xfrm>
            <a:off x="1120777" y="1866900"/>
            <a:ext cx="89523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700" u="sng">
                <a:solidFill>
                  <a:schemeClr val="hlink"/>
                </a:solidFill>
                <a:hlinkClick r:id="rId3"/>
              </a:rPr>
              <a:t>SabarishR08/ai-safety-governance-layer: Real-time PII detection, masking, and audit-log firewall for AI/agentic systems — PEC Techathon 4.0</a:t>
            </a:r>
            <a:r>
              <a:rPr lang="en-US" sz="1700">
                <a:solidFill>
                  <a:srgbClr val="000000"/>
                </a:solidFill>
              </a:rPr>
              <a:t> 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8a36e3517_0_34"/>
          <p:cNvSpPr txBox="1"/>
          <p:nvPr>
            <p:ph type="ctrTitle"/>
          </p:nvPr>
        </p:nvSpPr>
        <p:spPr>
          <a:xfrm>
            <a:off x="293891" y="8"/>
            <a:ext cx="8169300" cy="157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 ENHANCEMENT</a:t>
            </a:r>
            <a:endParaRPr/>
          </a:p>
        </p:txBody>
      </p:sp>
      <p:sp>
        <p:nvSpPr>
          <p:cNvPr id="371" name="Google Shape;371;g3f8a36e3517_0_34"/>
          <p:cNvSpPr txBox="1"/>
          <p:nvPr/>
        </p:nvSpPr>
        <p:spPr>
          <a:xfrm>
            <a:off x="631700" y="1647325"/>
            <a:ext cx="9562800" cy="4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5969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</a:rPr>
              <a:t>Tool-call / tool-response scanning — extend interception to MCP tool metadata and outputs, closing the same trust gap exploited in tool poisoning attacks</a:t>
            </a:r>
            <a:endParaRPr sz="1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</a:rPr>
              <a:t>Out-of-band exfiltration detection (encoded data in rendered links/images)</a:t>
            </a:r>
            <a:endParaRPr sz="1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</a:rPr>
              <a:t>Local/on-prem LLM inference (Ollama) for zero-trust environments, no third-party API dependency</a:t>
            </a:r>
            <a:endParaRPr sz="1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</a:rPr>
              <a:t>Custom Presidio recognizers with checksum validation for Aadhaar/PAN (cuts false positives)</a:t>
            </a:r>
            <a:endParaRPr sz="1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</a:rPr>
              <a:t>Multi-language PII/toxicity coverage (Tamil, Hinglish) — relevant given your audience</a:t>
            </a:r>
            <a:endParaRPr sz="1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"/>
          <p:cNvSpPr txBox="1"/>
          <p:nvPr>
            <p:ph type="ctrTitle"/>
          </p:nvPr>
        </p:nvSpPr>
        <p:spPr>
          <a:xfrm>
            <a:off x="1042416" y="1859780"/>
            <a:ext cx="605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378" name="Google Shape;378;p9"/>
          <p:cNvSpPr txBox="1"/>
          <p:nvPr>
            <p:ph idx="11" type="ftr"/>
          </p:nvPr>
        </p:nvSpPr>
        <p:spPr>
          <a:xfrm>
            <a:off x="1042416" y="6325193"/>
            <a:ext cx="1198179" cy="30357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 2023 Cognizant</a:t>
            </a:r>
            <a:endParaRPr/>
          </a:p>
        </p:txBody>
      </p:sp>
      <p:sp>
        <p:nvSpPr>
          <p:cNvPr id="379" name="Google Shape;379;p9"/>
          <p:cNvSpPr txBox="1"/>
          <p:nvPr>
            <p:ph idx="12" type="sldNum"/>
          </p:nvPr>
        </p:nvSpPr>
        <p:spPr>
          <a:xfrm>
            <a:off x="457199" y="6325299"/>
            <a:ext cx="352097" cy="3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10888717" y="348943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 txBox="1"/>
          <p:nvPr/>
        </p:nvSpPr>
        <p:spPr>
          <a:xfrm>
            <a:off x="2609193" y="41226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2022-06-29T03:57:08Z</dcterms:created>
  <dc:creator>Nath, Reshmi (Cognizant)</dc:creator>
</cp:coreProperties>
</file>