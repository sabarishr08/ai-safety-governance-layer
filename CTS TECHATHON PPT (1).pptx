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6858000" cx="12192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84">
          <p15:clr>
            <a:srgbClr val="A4A3A4"/>
          </p15:clr>
        </p15:guide>
        <p15:guide id="2" orient="horz" pos="3480">
          <p15:clr>
            <a:srgbClr val="A4A3A4"/>
          </p15:clr>
        </p15:guide>
        <p15:guide id="3" orient="horz" pos="1968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LjKbL+iTHBPjNB34jqwLs7pN+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429CB5-B2D3-4E56-93A8-55845D718143}">
  <a:tblStyle styleId="{32429CB5-B2D3-4E56-93A8-55845D71814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7ED"/>
          </a:solidFill>
        </a:fill>
      </a:tcStyle>
    </a:wholeTbl>
    <a:band1H>
      <a:tcTxStyle/>
      <a:tcStyle>
        <a:fill>
          <a:solidFill>
            <a:srgbClr val="CCCCDA"/>
          </a:solidFill>
        </a:fill>
      </a:tcStyle>
    </a:band1H>
    <a:band2H>
      <a:tcTxStyle/>
    </a:band2H>
    <a:band1V>
      <a:tcTxStyle/>
      <a:tcStyle>
        <a:fill>
          <a:solidFill>
            <a:srgbClr val="CCCCD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84" orient="horz"/>
        <p:guide pos="3480" orient="horz"/>
        <p:guide pos="196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Roboto-regular.fntdata"/><Relationship Id="rId21" Type="http://schemas.openxmlformats.org/officeDocument/2006/relationships/slide" Target="slides/slide14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customschemas.google.com/relationships/presentationmetadata" Target="metadata"/><Relationship Id="rId25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1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 - light layout">
  <p:cSld name="Cover 1 - light layou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6"/>
          <p:cNvPicPr preferRelativeResize="0"/>
          <p:nvPr/>
        </p:nvPicPr>
        <p:blipFill rotWithShape="1">
          <a:blip r:embed="rId2">
            <a:alphaModFix/>
          </a:blip>
          <a:srcRect b="462" l="403" r="804" t="430"/>
          <a:stretch/>
        </p:blipFill>
        <p:spPr>
          <a:xfrm>
            <a:off x="49619" y="0"/>
            <a:ext cx="1215301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6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type="ctrTitle"/>
          </p:nvPr>
        </p:nvSpPr>
        <p:spPr>
          <a:xfrm>
            <a:off x="1042416" y="2105094"/>
            <a:ext cx="4013200" cy="182846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1"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" type="subTitle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6"/>
          <p:cNvSpPr txBox="1"/>
          <p:nvPr>
            <p:ph idx="2" type="body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" name="Google Shape;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chemeClr val="lt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7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7"/>
          <p:cNvSpPr txBox="1"/>
          <p:nvPr>
            <p:ph type="ctrTitle"/>
          </p:nvPr>
        </p:nvSpPr>
        <p:spPr>
          <a:xfrm>
            <a:off x="1042416" y="1903671"/>
            <a:ext cx="6053327" cy="18466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 - light layout">
  <p:cSld name="Cover 2 - light layout">
    <p:bg>
      <p:bgPr>
        <a:solidFill>
          <a:schemeClr val="lt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type="ctrTitle"/>
          </p:nvPr>
        </p:nvSpPr>
        <p:spPr>
          <a:xfrm>
            <a:off x="1499616" y="2052083"/>
            <a:ext cx="8169317" cy="15792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sz="36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subTitle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 - gradient 3">
  <p:cSld name="Divider 2 - gradient 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4"/>
          <p:cNvPicPr preferRelativeResize="0"/>
          <p:nvPr/>
        </p:nvPicPr>
        <p:blipFill rotWithShape="1">
          <a:blip r:embed="rId2">
            <a:alphaModFix/>
          </a:blip>
          <a:srcRect b="41847" l="7923" r="14839" t="14335"/>
          <a:stretch/>
        </p:blipFill>
        <p:spPr>
          <a:xfrm>
            <a:off x="-1" y="-1"/>
            <a:ext cx="12215813" cy="6930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4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24"/>
          <p:cNvSpPr txBox="1"/>
          <p:nvPr>
            <p:ph type="ctrTitle"/>
          </p:nvPr>
        </p:nvSpPr>
        <p:spPr>
          <a:xfrm>
            <a:off x="1042416" y="1812207"/>
            <a:ext cx="517211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b="1" sz="3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 - dark layout ">
  <p:cSld name="Cover 1 - dark layout 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25"/>
          <p:cNvPicPr preferRelativeResize="0"/>
          <p:nvPr/>
        </p:nvPicPr>
        <p:blipFill rotWithShape="1">
          <a:blip r:embed="rId2">
            <a:alphaModFix/>
          </a:blip>
          <a:srcRect b="0" l="117" r="0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5"/>
          <p:cNvSpPr txBox="1"/>
          <p:nvPr>
            <p:ph type="ctrTitle"/>
          </p:nvPr>
        </p:nvSpPr>
        <p:spPr>
          <a:xfrm>
            <a:off x="1042416" y="2105094"/>
            <a:ext cx="4013200" cy="182846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subTitle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2" type="body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5"/>
          <p:cNvSpPr txBox="1"/>
          <p:nvPr/>
        </p:nvSpPr>
        <p:spPr>
          <a:xfrm>
            <a:off x="-1367942" y="16825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 - dark layout">
  <p:cSld name="Cover 2 - dark layout">
    <p:bg>
      <p:bgPr>
        <a:solidFill>
          <a:schemeClr val="dk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ctrTitle"/>
          </p:nvPr>
        </p:nvSpPr>
        <p:spPr>
          <a:xfrm>
            <a:off x="1499616" y="2052083"/>
            <a:ext cx="8169317" cy="15792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  <a:defRPr b="1" sz="36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" type="subTitle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p20"/>
          <p:cNvSpPr txBox="1"/>
          <p:nvPr>
            <p:ph idx="2" type="body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Char char="⎻"/>
              <a:defRPr sz="18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 - gradient 1">
  <p:cSld name="Divider 1 - gradient 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6"/>
          <p:cNvPicPr preferRelativeResize="0"/>
          <p:nvPr/>
        </p:nvPicPr>
        <p:blipFill rotWithShape="1">
          <a:blip r:embed="rId2">
            <a:alphaModFix/>
          </a:blip>
          <a:srcRect b="0" l="337" r="0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6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26"/>
          <p:cNvSpPr txBox="1"/>
          <p:nvPr>
            <p:ph type="ctrTitle"/>
          </p:nvPr>
        </p:nvSpPr>
        <p:spPr>
          <a:xfrm>
            <a:off x="1042416" y="2036802"/>
            <a:ext cx="938174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3" name="Google Shape;6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 - gradient 2">
  <p:cSld name="Divider 1 - gradient 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7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7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27"/>
          <p:cNvSpPr txBox="1"/>
          <p:nvPr>
            <p:ph type="ctrTitle"/>
          </p:nvPr>
        </p:nvSpPr>
        <p:spPr>
          <a:xfrm>
            <a:off x="1042416" y="2036802"/>
            <a:ext cx="938174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 - gradient 3">
  <p:cSld name="Divider 1 - gradient 3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8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8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28"/>
          <p:cNvSpPr txBox="1"/>
          <p:nvPr>
            <p:ph type="ctrTitle"/>
          </p:nvPr>
        </p:nvSpPr>
        <p:spPr>
          <a:xfrm>
            <a:off x="1042416" y="2036802"/>
            <a:ext cx="938174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 - gradient 1">
  <p:cSld name="Divider 2 - gradient 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9"/>
          <p:cNvPicPr preferRelativeResize="0"/>
          <p:nvPr/>
        </p:nvPicPr>
        <p:blipFill rotWithShape="1">
          <a:blip r:embed="rId2">
            <a:alphaModFix/>
          </a:blip>
          <a:srcRect b="0" l="5010" r="15648" t="10638"/>
          <a:stretch/>
        </p:blipFill>
        <p:spPr>
          <a:xfrm>
            <a:off x="0" y="-1"/>
            <a:ext cx="12192000" cy="686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9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9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29"/>
          <p:cNvSpPr txBox="1"/>
          <p:nvPr>
            <p:ph type="ctrTitle"/>
          </p:nvPr>
        </p:nvSpPr>
        <p:spPr>
          <a:xfrm>
            <a:off x="1042416" y="1812207"/>
            <a:ext cx="517211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b="1" sz="3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 - gradient 2">
  <p:cSld name="Divider 2 - gradient 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30"/>
          <p:cNvPicPr preferRelativeResize="0"/>
          <p:nvPr/>
        </p:nvPicPr>
        <p:blipFill rotWithShape="1">
          <a:blip r:embed="rId2">
            <a:alphaModFix/>
          </a:blip>
          <a:srcRect b="30863" l="0" r="11765" t="19098"/>
          <a:stretch/>
        </p:blipFill>
        <p:spPr>
          <a:xfrm>
            <a:off x="0" y="-1"/>
            <a:ext cx="12192000" cy="6914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0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0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30"/>
          <p:cNvSpPr txBox="1"/>
          <p:nvPr>
            <p:ph type="ctrTitle"/>
          </p:nvPr>
        </p:nvSpPr>
        <p:spPr>
          <a:xfrm>
            <a:off x="1042416" y="1812207"/>
            <a:ext cx="517211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b="1" sz="3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1" name="Google Shape;9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iple divide - gradient 1">
  <p:cSld name="Triple divide - gradient 1">
    <p:bg>
      <p:bgPr>
        <a:solidFill>
          <a:schemeClr val="lt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1"/>
          <p:cNvPicPr preferRelativeResize="0"/>
          <p:nvPr/>
        </p:nvPicPr>
        <p:blipFill rotWithShape="1">
          <a:blip r:embed="rId2">
            <a:alphaModFix/>
          </a:blip>
          <a:srcRect b="390" l="15012" r="6388" t="20936"/>
          <a:stretch/>
        </p:blipFill>
        <p:spPr>
          <a:xfrm>
            <a:off x="11575" y="0"/>
            <a:ext cx="12180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1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2" type="sldNum"/>
          </p:nvPr>
        </p:nvSpPr>
        <p:spPr>
          <a:xfrm>
            <a:off x="457199" y="6263639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iple divide - gradient 2">
  <p:cSld name="Triple divide - gradient 2"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2"/>
          <p:cNvPicPr preferRelativeResize="0"/>
          <p:nvPr/>
        </p:nvPicPr>
        <p:blipFill rotWithShape="1">
          <a:blip r:embed="rId2">
            <a:alphaModFix/>
          </a:blip>
          <a:srcRect b="0" l="14690" r="6420" t="2110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2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2"/>
          <p:cNvSpPr txBox="1"/>
          <p:nvPr>
            <p:ph idx="12" type="sldNum"/>
          </p:nvPr>
        </p:nvSpPr>
        <p:spPr>
          <a:xfrm>
            <a:off x="457199" y="6263639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iple divide - gradient 3">
  <p:cSld name="Triple divide - gradient 3">
    <p:bg>
      <p:bgPr>
        <a:solidFill>
          <a:schemeClr val="l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3"/>
          <p:cNvPicPr preferRelativeResize="0"/>
          <p:nvPr/>
        </p:nvPicPr>
        <p:blipFill rotWithShape="1">
          <a:blip r:embed="rId2">
            <a:alphaModFix/>
          </a:blip>
          <a:srcRect b="-1" l="16053" r="6545" t="22108"/>
          <a:stretch/>
        </p:blipFill>
        <p:spPr>
          <a:xfrm>
            <a:off x="11575" y="0"/>
            <a:ext cx="12192000" cy="687246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3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2" type="sldNum"/>
          </p:nvPr>
        </p:nvSpPr>
        <p:spPr>
          <a:xfrm>
            <a:off x="457199" y="6263639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" name="Google Shape;1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title and content - light">
  <p:cSld name="Basic title and content - ligh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4"/>
          <p:cNvSpPr txBox="1"/>
          <p:nvPr>
            <p:ph idx="1" type="body"/>
          </p:nvPr>
        </p:nvSpPr>
        <p:spPr>
          <a:xfrm>
            <a:off x="457200" y="1524003"/>
            <a:ext cx="108077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569">
          <p15:clr>
            <a:srgbClr val="FBAE40"/>
          </p15:clr>
        </p15:guide>
        <p15:guide id="2" orient="horz" pos="960">
          <p15:clr>
            <a:srgbClr val="FBAE40"/>
          </p15:clr>
        </p15:guide>
        <p15:guide id="3" pos="71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title and content - dark">
  <p:cSld name="Basic title and content - dark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5"/>
          <p:cNvSpPr txBox="1"/>
          <p:nvPr>
            <p:ph idx="1" type="body"/>
          </p:nvPr>
        </p:nvSpPr>
        <p:spPr>
          <a:xfrm>
            <a:off x="457200" y="1524003"/>
            <a:ext cx="108077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35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5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5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569">
          <p15:clr>
            <a:srgbClr val="FBAE40"/>
          </p15:clr>
        </p15:guide>
        <p15:guide id="2" orient="horz" pos="960">
          <p15:clr>
            <a:srgbClr val="FBAE40"/>
          </p15:clr>
        </p15:guide>
        <p15:guide id="3" pos="71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per head, sub head, footnote - light">
  <p:cSld name="Super head, sub head, footnote - ligh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6"/>
          <p:cNvSpPr txBox="1"/>
          <p:nvPr>
            <p:ph idx="1" type="body"/>
          </p:nvPr>
        </p:nvSpPr>
        <p:spPr>
          <a:xfrm>
            <a:off x="457200" y="1524003"/>
            <a:ext cx="108077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36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6"/>
          <p:cNvSpPr txBox="1"/>
          <p:nvPr>
            <p:ph idx="2" type="body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b="0" sz="1800">
                <a:solidFill>
                  <a:schemeClr val="accent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36"/>
          <p:cNvSpPr txBox="1"/>
          <p:nvPr>
            <p:ph idx="3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36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36"/>
          <p:cNvSpPr txBox="1"/>
          <p:nvPr>
            <p:ph idx="4" type="body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050"/>
              <a:buNone/>
              <a:defRPr b="0" sz="1050">
                <a:solidFill>
                  <a:schemeClr val="accent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pic>
        <p:nvPicPr>
          <p:cNvPr id="127" name="Google Shape;12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569">
          <p15:clr>
            <a:srgbClr val="FBAE40"/>
          </p15:clr>
        </p15:guide>
        <p15:guide id="2" orient="horz" pos="960">
          <p15:clr>
            <a:srgbClr val="FBAE40"/>
          </p15:clr>
        </p15:guide>
        <p15:guide id="3" pos="710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per head, sub head, footnote - dark">
  <p:cSld name="Super head, sub head, footnote - dark"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/>
          <p:nvPr>
            <p:ph idx="1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800"/>
              <a:buNone/>
              <a:defRPr sz="8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37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7"/>
          <p:cNvSpPr txBox="1"/>
          <p:nvPr>
            <p:ph idx="2" type="body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0" sz="1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4" name="Google Shape;134;p37"/>
          <p:cNvSpPr txBox="1"/>
          <p:nvPr>
            <p:ph idx="3" type="body"/>
          </p:nvPr>
        </p:nvSpPr>
        <p:spPr>
          <a:xfrm>
            <a:off x="457200" y="1524003"/>
            <a:ext cx="108077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4" type="body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050"/>
              <a:buNone/>
              <a:defRPr b="0" sz="105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pic>
        <p:nvPicPr>
          <p:cNvPr id="136" name="Google Shape;13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569">
          <p15:clr>
            <a:srgbClr val="FBAE40"/>
          </p15:clr>
        </p15:guide>
        <p15:guide id="2" orient="horz" pos="960">
          <p15:clr>
            <a:srgbClr val="FBAE40"/>
          </p15:clr>
        </p15:guide>
        <p15:guide id="3" pos="71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- light">
  <p:cSld name="Two column - ligh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8"/>
          <p:cNvSpPr txBox="1"/>
          <p:nvPr>
            <p:ph idx="1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38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8"/>
          <p:cNvSpPr txBox="1"/>
          <p:nvPr>
            <p:ph idx="2" type="body"/>
          </p:nvPr>
        </p:nvSpPr>
        <p:spPr>
          <a:xfrm>
            <a:off x="452438" y="1196975"/>
            <a:ext cx="5303520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38"/>
          <p:cNvSpPr txBox="1"/>
          <p:nvPr>
            <p:ph idx="3" type="body"/>
          </p:nvPr>
        </p:nvSpPr>
        <p:spPr>
          <a:xfrm>
            <a:off x="452438" y="1735922"/>
            <a:ext cx="5303520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38"/>
          <p:cNvSpPr txBox="1"/>
          <p:nvPr>
            <p:ph idx="4" type="body"/>
          </p:nvPr>
        </p:nvSpPr>
        <p:spPr>
          <a:xfrm>
            <a:off x="6320785" y="1196975"/>
            <a:ext cx="5303520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8"/>
          <p:cNvSpPr txBox="1"/>
          <p:nvPr>
            <p:ph idx="5" type="body"/>
          </p:nvPr>
        </p:nvSpPr>
        <p:spPr>
          <a:xfrm>
            <a:off x="6320785" y="1735922"/>
            <a:ext cx="5303520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6" name="Google Shape;14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- dark">
  <p:cSld name="Two column - dark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9"/>
          <p:cNvSpPr txBox="1"/>
          <p:nvPr>
            <p:ph idx="1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800"/>
              <a:buNone/>
              <a:defRPr sz="8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39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9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39"/>
          <p:cNvSpPr txBox="1"/>
          <p:nvPr>
            <p:ph idx="2" type="body"/>
          </p:nvPr>
        </p:nvSpPr>
        <p:spPr>
          <a:xfrm>
            <a:off x="452438" y="1196975"/>
            <a:ext cx="5303520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9"/>
          <p:cNvSpPr txBox="1"/>
          <p:nvPr>
            <p:ph idx="3" type="body"/>
          </p:nvPr>
        </p:nvSpPr>
        <p:spPr>
          <a:xfrm>
            <a:off x="452438" y="1735922"/>
            <a:ext cx="5303520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39"/>
          <p:cNvSpPr txBox="1"/>
          <p:nvPr>
            <p:ph idx="4" type="body"/>
          </p:nvPr>
        </p:nvSpPr>
        <p:spPr>
          <a:xfrm>
            <a:off x="6320785" y="1196975"/>
            <a:ext cx="5303520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9"/>
          <p:cNvSpPr txBox="1"/>
          <p:nvPr>
            <p:ph idx="5" type="body"/>
          </p:nvPr>
        </p:nvSpPr>
        <p:spPr>
          <a:xfrm>
            <a:off x="6320785" y="1735922"/>
            <a:ext cx="5303520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39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6" name="Google Shape;15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- light">
  <p:cSld name="Three column - ligh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0"/>
          <p:cNvSpPr txBox="1"/>
          <p:nvPr>
            <p:ph idx="1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40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40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40"/>
          <p:cNvSpPr txBox="1"/>
          <p:nvPr>
            <p:ph idx="2" type="body"/>
          </p:nvPr>
        </p:nvSpPr>
        <p:spPr>
          <a:xfrm>
            <a:off x="452438" y="1196975"/>
            <a:ext cx="3506787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40"/>
          <p:cNvSpPr txBox="1"/>
          <p:nvPr>
            <p:ph idx="3" type="body"/>
          </p:nvPr>
        </p:nvSpPr>
        <p:spPr>
          <a:xfrm>
            <a:off x="4325191" y="1196975"/>
            <a:ext cx="3506787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40"/>
          <p:cNvSpPr txBox="1"/>
          <p:nvPr>
            <p:ph idx="4" type="body"/>
          </p:nvPr>
        </p:nvSpPr>
        <p:spPr>
          <a:xfrm>
            <a:off x="8184497" y="1196975"/>
            <a:ext cx="3566109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40"/>
          <p:cNvSpPr txBox="1"/>
          <p:nvPr>
            <p:ph idx="5" type="body"/>
          </p:nvPr>
        </p:nvSpPr>
        <p:spPr>
          <a:xfrm>
            <a:off x="452438" y="1735922"/>
            <a:ext cx="3506787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40"/>
          <p:cNvSpPr txBox="1"/>
          <p:nvPr>
            <p:ph idx="6" type="body"/>
          </p:nvPr>
        </p:nvSpPr>
        <p:spPr>
          <a:xfrm>
            <a:off x="4302544" y="1735922"/>
            <a:ext cx="3506787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40"/>
          <p:cNvSpPr txBox="1"/>
          <p:nvPr>
            <p:ph idx="7" type="body"/>
          </p:nvPr>
        </p:nvSpPr>
        <p:spPr>
          <a:xfrm>
            <a:off x="8168691" y="1735922"/>
            <a:ext cx="3566109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40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8" name="Google Shape;168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- dark">
  <p:cSld name="Three column - dark">
    <p:bg>
      <p:bgPr>
        <a:solidFill>
          <a:schemeClr val="dk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1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41"/>
          <p:cNvSpPr txBox="1"/>
          <p:nvPr>
            <p:ph idx="1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800"/>
              <a:buNone/>
              <a:defRPr sz="8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41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1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41"/>
          <p:cNvSpPr txBox="1"/>
          <p:nvPr>
            <p:ph idx="2" type="body"/>
          </p:nvPr>
        </p:nvSpPr>
        <p:spPr>
          <a:xfrm>
            <a:off x="452438" y="1196975"/>
            <a:ext cx="3506787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41"/>
          <p:cNvSpPr txBox="1"/>
          <p:nvPr>
            <p:ph idx="3" type="body"/>
          </p:nvPr>
        </p:nvSpPr>
        <p:spPr>
          <a:xfrm>
            <a:off x="4325191" y="1196975"/>
            <a:ext cx="3506787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41"/>
          <p:cNvSpPr txBox="1"/>
          <p:nvPr>
            <p:ph idx="4" type="body"/>
          </p:nvPr>
        </p:nvSpPr>
        <p:spPr>
          <a:xfrm>
            <a:off x="8184497" y="1196975"/>
            <a:ext cx="3566109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41"/>
          <p:cNvSpPr txBox="1"/>
          <p:nvPr>
            <p:ph idx="5" type="body"/>
          </p:nvPr>
        </p:nvSpPr>
        <p:spPr>
          <a:xfrm>
            <a:off x="452438" y="1735922"/>
            <a:ext cx="3506787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41"/>
          <p:cNvSpPr txBox="1"/>
          <p:nvPr>
            <p:ph idx="6" type="body"/>
          </p:nvPr>
        </p:nvSpPr>
        <p:spPr>
          <a:xfrm>
            <a:off x="4302544" y="1735922"/>
            <a:ext cx="3506787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41"/>
          <p:cNvSpPr txBox="1"/>
          <p:nvPr>
            <p:ph idx="7" type="body"/>
          </p:nvPr>
        </p:nvSpPr>
        <p:spPr>
          <a:xfrm>
            <a:off x="8168691" y="1735922"/>
            <a:ext cx="3566109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0" name="Google Shape;18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horizontal - light">
  <p:cSld name="Comparison horizontal - ligh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2"/>
          <p:cNvSpPr txBox="1"/>
          <p:nvPr>
            <p:ph idx="1" type="body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b="0" sz="1800">
                <a:solidFill>
                  <a:schemeClr val="accent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4" name="Google Shape;184;p42"/>
          <p:cNvSpPr txBox="1"/>
          <p:nvPr>
            <p:ph idx="2" type="body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⎻"/>
              <a:defRPr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42"/>
          <p:cNvSpPr txBox="1"/>
          <p:nvPr>
            <p:ph idx="3" type="body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b="0" sz="1800">
                <a:solidFill>
                  <a:schemeClr val="accent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6" name="Google Shape;186;p42"/>
          <p:cNvSpPr txBox="1"/>
          <p:nvPr>
            <p:ph idx="4" type="body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⎻"/>
              <a:defRPr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42"/>
          <p:cNvSpPr txBox="1"/>
          <p:nvPr>
            <p:ph idx="5" type="body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b="0" sz="1800">
                <a:solidFill>
                  <a:schemeClr val="accent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8" name="Google Shape;188;p42"/>
          <p:cNvSpPr txBox="1"/>
          <p:nvPr>
            <p:ph idx="6" type="body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⎻"/>
              <a:defRPr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42"/>
          <p:cNvSpPr txBox="1"/>
          <p:nvPr>
            <p:ph idx="7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42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2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2" name="Google Shape;19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horizontal - dark">
  <p:cSld name="Comparison horizontal - dark">
    <p:bg>
      <p:bgPr>
        <a:solidFill>
          <a:schemeClr val="dk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3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3"/>
          <p:cNvSpPr txBox="1"/>
          <p:nvPr>
            <p:ph idx="1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800"/>
              <a:buNone/>
              <a:defRPr sz="8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43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3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43"/>
          <p:cNvSpPr txBox="1"/>
          <p:nvPr>
            <p:ph idx="2" type="body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0" sz="1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43"/>
          <p:cNvSpPr txBox="1"/>
          <p:nvPr>
            <p:ph idx="3" type="body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Char char="⎻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43"/>
          <p:cNvSpPr txBox="1"/>
          <p:nvPr>
            <p:ph idx="4" type="body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0" sz="1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1" name="Google Shape;201;p43"/>
          <p:cNvSpPr txBox="1"/>
          <p:nvPr>
            <p:ph idx="5" type="body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Char char="⎻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43"/>
          <p:cNvSpPr txBox="1"/>
          <p:nvPr>
            <p:ph idx="6" type="body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0" sz="1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3" name="Google Shape;203;p43"/>
          <p:cNvSpPr txBox="1"/>
          <p:nvPr>
            <p:ph idx="7" type="body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Char char="⎻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4" name="Google Shape;20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44"/>
          <p:cNvPicPr preferRelativeResize="0"/>
          <p:nvPr/>
        </p:nvPicPr>
        <p:blipFill rotWithShape="1">
          <a:blip r:embed="rId2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4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4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44"/>
          <p:cNvSpPr txBox="1"/>
          <p:nvPr>
            <p:ph idx="1" type="body"/>
          </p:nvPr>
        </p:nvSpPr>
        <p:spPr>
          <a:xfrm>
            <a:off x="1042416" y="4201640"/>
            <a:ext cx="8567351" cy="1487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>
                <a:solidFill>
                  <a:schemeClr val="accent5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>
                <a:solidFill>
                  <a:schemeClr val="accent3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>
                <a:solidFill>
                  <a:schemeClr val="accent3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>
                <a:solidFill>
                  <a:schemeClr val="accent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44"/>
          <p:cNvSpPr txBox="1"/>
          <p:nvPr>
            <p:ph type="ctrTitle"/>
          </p:nvPr>
        </p:nvSpPr>
        <p:spPr>
          <a:xfrm>
            <a:off x="1042416" y="2023872"/>
            <a:ext cx="8575589" cy="19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1" name="Google Shape;21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light">
  <p:cSld name="Title only - light">
    <p:bg>
      <p:bgPr>
        <a:solidFill>
          <a:schemeClr val="lt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5"/>
          <p:cNvSpPr txBox="1"/>
          <p:nvPr>
            <p:ph idx="12" type="sldNum"/>
          </p:nvPr>
        </p:nvSpPr>
        <p:spPr>
          <a:xfrm>
            <a:off x="457199" y="6263639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45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6" name="Google Shape;21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dark">
  <p:cSld name="Title only - dark">
    <p:bg>
      <p:bgPr>
        <a:solidFill>
          <a:schemeClr val="dk2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6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6"/>
          <p:cNvSpPr txBox="1"/>
          <p:nvPr>
            <p:ph idx="12" type="sldNum"/>
          </p:nvPr>
        </p:nvSpPr>
        <p:spPr>
          <a:xfrm>
            <a:off x="457199" y="6263639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46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1" name="Google Shape;2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light">
  <p:cSld name="Blank - light">
    <p:bg>
      <p:bgPr>
        <a:solidFill>
          <a:schemeClr val="l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7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7"/>
          <p:cNvSpPr txBox="1"/>
          <p:nvPr>
            <p:ph idx="12" type="sldNum"/>
          </p:nvPr>
        </p:nvSpPr>
        <p:spPr>
          <a:xfrm>
            <a:off x="457199" y="6263639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5" name="Google Shape;225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Graphic Single Line Title">
  <p:cSld name="Blue Graphic Single Line Title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animal&#10;&#10;Description automatically generated" id="227" name="Google Shape;22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861"/>
            <a:ext cx="12192000" cy="686172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F78C4">
                  <a:alpha val="0"/>
                </a:srgbClr>
              </a:gs>
              <a:gs pos="25000">
                <a:srgbClr val="2F78C4">
                  <a:alpha val="0"/>
                </a:srgbClr>
              </a:gs>
              <a:gs pos="59000">
                <a:srgbClr val="2E308E">
                  <a:alpha val="96078"/>
                </a:srgbClr>
              </a:gs>
              <a:gs pos="100000">
                <a:srgbClr val="2E308E">
                  <a:alpha val="96078"/>
                </a:srgbClr>
              </a:gs>
            </a:gsLst>
            <a:lin ang="135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8"/>
          <p:cNvSpPr txBox="1"/>
          <p:nvPr>
            <p:ph type="ctrTitle"/>
          </p:nvPr>
        </p:nvSpPr>
        <p:spPr>
          <a:xfrm>
            <a:off x="552218" y="2410016"/>
            <a:ext cx="11131783" cy="820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33"/>
              <a:buFont typeface="Arial"/>
              <a:buNone/>
              <a:defRPr b="1" i="0" sz="5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0" name="Google Shape;230;p48"/>
          <p:cNvCxnSpPr/>
          <p:nvPr/>
        </p:nvCxnSpPr>
        <p:spPr>
          <a:xfrm rot="10800000">
            <a:off x="523863" y="4116591"/>
            <a:ext cx="289261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1" name="Google Shape;231;p48"/>
          <p:cNvSpPr txBox="1"/>
          <p:nvPr>
            <p:ph idx="1" type="body"/>
          </p:nvPr>
        </p:nvSpPr>
        <p:spPr>
          <a:xfrm>
            <a:off x="552218" y="3269357"/>
            <a:ext cx="11103597" cy="5419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sz="2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48"/>
          <p:cNvSpPr txBox="1"/>
          <p:nvPr>
            <p:ph idx="2" type="body"/>
          </p:nvPr>
        </p:nvSpPr>
        <p:spPr>
          <a:xfrm>
            <a:off x="552218" y="4275932"/>
            <a:ext cx="11099364" cy="338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133"/>
              <a:buNone/>
              <a:defRPr sz="2133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48"/>
          <p:cNvSpPr txBox="1"/>
          <p:nvPr>
            <p:ph idx="11" type="ftr"/>
          </p:nvPr>
        </p:nvSpPr>
        <p:spPr>
          <a:xfrm>
            <a:off x="508000" y="6260549"/>
            <a:ext cx="6096000" cy="249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67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pic>
        <p:nvPicPr>
          <p:cNvPr id="234" name="Google Shape;23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3761" y="-140542"/>
            <a:ext cx="7219784" cy="1983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Graadient Blank">
  <p:cSld name="Blue Graadient Blank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65000">
                <a:schemeClr val="accent1"/>
              </a:gs>
              <a:gs pos="100000">
                <a:schemeClr val="accent1"/>
              </a:gs>
            </a:gsLst>
            <a:lin ang="135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9"/>
          <p:cNvSpPr txBox="1"/>
          <p:nvPr>
            <p:ph type="title"/>
          </p:nvPr>
        </p:nvSpPr>
        <p:spPr>
          <a:xfrm>
            <a:off x="512064" y="365761"/>
            <a:ext cx="11171936" cy="8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9"/>
          <p:cNvSpPr txBox="1"/>
          <p:nvPr>
            <p:ph idx="11" type="ftr"/>
          </p:nvPr>
        </p:nvSpPr>
        <p:spPr>
          <a:xfrm>
            <a:off x="880515" y="6260549"/>
            <a:ext cx="6096000" cy="249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sp>
        <p:nvSpPr>
          <p:cNvPr id="239" name="Google Shape;239;p49"/>
          <p:cNvSpPr txBox="1"/>
          <p:nvPr>
            <p:ph idx="12" type="sldNum"/>
          </p:nvPr>
        </p:nvSpPr>
        <p:spPr>
          <a:xfrm>
            <a:off x="513467" y="6345991"/>
            <a:ext cx="165110" cy="164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0" name="Google Shape;240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12401" y="6335346"/>
            <a:ext cx="1373033" cy="294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showMasterSp="0">
  <p:cSld name="Blank Slide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Gradient Cover Double + Client Logo_Double" showMasterSp="0">
  <p:cSld name="Blue Gradient Cover Double + Client Logo_Double">
    <p:bg>
      <p:bgPr>
        <a:gradFill>
          <a:gsLst>
            <a:gs pos="0">
              <a:schemeClr val="accent3"/>
            </a:gs>
            <a:gs pos="66000">
              <a:schemeClr val="accent1"/>
            </a:gs>
            <a:gs pos="100000">
              <a:schemeClr val="accent1"/>
            </a:gs>
          </a:gsLst>
          <a:lin ang="13500000" scaled="0"/>
        </a:gra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1"/>
          <p:cNvSpPr txBox="1"/>
          <p:nvPr>
            <p:ph type="ctrTitle"/>
          </p:nvPr>
        </p:nvSpPr>
        <p:spPr>
          <a:xfrm>
            <a:off x="552218" y="1999680"/>
            <a:ext cx="11131783" cy="164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33"/>
              <a:buFont typeface="Arial"/>
              <a:buNone/>
              <a:defRPr b="1" i="0" sz="5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44" name="Google Shape;244;p51"/>
          <p:cNvCxnSpPr/>
          <p:nvPr/>
        </p:nvCxnSpPr>
        <p:spPr>
          <a:xfrm rot="10800000">
            <a:off x="523863" y="4487651"/>
            <a:ext cx="289261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5" name="Google Shape;245;p51"/>
          <p:cNvSpPr txBox="1"/>
          <p:nvPr>
            <p:ph idx="1" type="body"/>
          </p:nvPr>
        </p:nvSpPr>
        <p:spPr>
          <a:xfrm>
            <a:off x="552218" y="3640417"/>
            <a:ext cx="11103597" cy="5419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sz="2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51"/>
          <p:cNvSpPr txBox="1"/>
          <p:nvPr>
            <p:ph idx="2" type="body"/>
          </p:nvPr>
        </p:nvSpPr>
        <p:spPr>
          <a:xfrm>
            <a:off x="552218" y="4646992"/>
            <a:ext cx="11099364" cy="338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133"/>
              <a:buNone/>
              <a:defRPr sz="2133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51"/>
          <p:cNvSpPr txBox="1"/>
          <p:nvPr>
            <p:ph idx="11" type="ftr"/>
          </p:nvPr>
        </p:nvSpPr>
        <p:spPr>
          <a:xfrm>
            <a:off x="508000" y="6260549"/>
            <a:ext cx="6096000" cy="249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67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pic>
        <p:nvPicPr>
          <p:cNvPr id="248" name="Google Shape;24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3761" y="-140542"/>
            <a:ext cx="7219784" cy="1983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Layout_White Background">
  <p:cSld name="Main Layout_White Background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2"/>
          <p:cNvSpPr txBox="1"/>
          <p:nvPr>
            <p:ph type="title"/>
          </p:nvPr>
        </p:nvSpPr>
        <p:spPr>
          <a:xfrm>
            <a:off x="512064" y="365761"/>
            <a:ext cx="11222736" cy="8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52"/>
          <p:cNvSpPr txBox="1"/>
          <p:nvPr>
            <p:ph idx="1" type="body"/>
          </p:nvPr>
        </p:nvSpPr>
        <p:spPr>
          <a:xfrm>
            <a:off x="508000" y="1549401"/>
            <a:ext cx="11222736" cy="4415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52"/>
          <p:cNvSpPr txBox="1"/>
          <p:nvPr>
            <p:ph idx="11" type="ftr"/>
          </p:nvPr>
        </p:nvSpPr>
        <p:spPr>
          <a:xfrm>
            <a:off x="880515" y="6260549"/>
            <a:ext cx="6096000" cy="249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sp>
        <p:nvSpPr>
          <p:cNvPr id="253" name="Google Shape;253;p52"/>
          <p:cNvSpPr txBox="1"/>
          <p:nvPr>
            <p:ph idx="12" type="sldNum"/>
          </p:nvPr>
        </p:nvSpPr>
        <p:spPr>
          <a:xfrm>
            <a:off x="513467" y="6345991"/>
            <a:ext cx="165110" cy="164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 - dark layout">
  <p:cSld name="Cover 2 - dark layout">
    <p:bg>
      <p:bgPr>
        <a:solidFill>
          <a:schemeClr val="dk2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/>
          <p:nvPr>
            <p:ph type="ctrTitle"/>
          </p:nvPr>
        </p:nvSpPr>
        <p:spPr>
          <a:xfrm>
            <a:off x="1499616" y="2052083"/>
            <a:ext cx="8169317" cy="15792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  <a:defRPr b="1" sz="36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1"/>
          <p:cNvSpPr txBox="1"/>
          <p:nvPr>
            <p:ph idx="1" type="subTitle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2" name="Google Shape;262;p21"/>
          <p:cNvSpPr txBox="1"/>
          <p:nvPr>
            <p:ph idx="2" type="body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21"/>
          <p:cNvSpPr txBox="1"/>
          <p:nvPr>
            <p:ph idx="11" type="ftr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bg>
      <p:bgPr>
        <a:solidFill>
          <a:schemeClr val="dk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 txBox="1"/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3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3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3"/>
          <p:cNvSpPr txBox="1"/>
          <p:nvPr>
            <p:ph idx="1" type="body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Char char="⎻"/>
              <a:defRPr sz="18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/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6" name="Google Shape;256;p19"/>
          <p:cNvSpPr txBox="1"/>
          <p:nvPr>
            <p:ph idx="1" type="body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Char char="⎻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7" name="Google Shape;257;p19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19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SabarishR08/ai-safety-governance-layer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274" name="Google Shape;274;p1"/>
          <p:cNvSpPr txBox="1"/>
          <p:nvPr>
            <p:ph type="ctrTitle"/>
          </p:nvPr>
        </p:nvSpPr>
        <p:spPr>
          <a:xfrm>
            <a:off x="1042416" y="2105094"/>
            <a:ext cx="4013200" cy="182846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AI Safety &amp; Governance Layer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5" name="Google Shape;275;p1"/>
          <p:cNvSpPr txBox="1"/>
          <p:nvPr>
            <p:ph idx="1" type="subTitle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/>
              <a:t>Team Name : PERCEPTRON</a:t>
            </a:r>
            <a:endParaRPr/>
          </a:p>
        </p:txBody>
      </p:sp>
      <p:sp>
        <p:nvSpPr>
          <p:cNvPr id="276" name="Google Shape;276;p1"/>
          <p:cNvSpPr txBox="1"/>
          <p:nvPr>
            <p:ph idx="2" type="body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/>
              <a:t>College Name : Panimalar Engineering College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282" name="Google Shape;282;p2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2"/>
          <p:cNvSpPr txBox="1"/>
          <p:nvPr>
            <p:ph idx="1" type="body"/>
          </p:nvPr>
        </p:nvSpPr>
        <p:spPr>
          <a:xfrm>
            <a:off x="457196" y="4659101"/>
            <a:ext cx="60534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/>
              <a:t>Team details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Team Name - PERCEPTRON</a:t>
            </a:r>
            <a:br>
              <a:rPr lang="en-US"/>
            </a:br>
            <a:br>
              <a:rPr lang="en-US"/>
            </a:br>
            <a:r>
              <a:rPr lang="en-US"/>
              <a:t>College Name - Panimalar Engineering College</a:t>
            </a:r>
            <a:endParaRPr/>
          </a:p>
        </p:txBody>
      </p:sp>
      <p:graphicFrame>
        <p:nvGraphicFramePr>
          <p:cNvPr id="284" name="Google Shape;284;p2"/>
          <p:cNvGraphicFramePr/>
          <p:nvPr/>
        </p:nvGraphicFramePr>
        <p:xfrm>
          <a:off x="63096" y="7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{32429CB5-B2D3-4E56-93A8-55845D718143}</a:tableStyleId>
              </a:tblPr>
              <a:tblGrid>
                <a:gridCol w="2215225"/>
                <a:gridCol w="2215225"/>
                <a:gridCol w="2215225"/>
                <a:gridCol w="2215225"/>
              </a:tblGrid>
              <a:tr h="102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Team members Name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Mail id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Team faculty mentors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Mail id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92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Sabarish 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sabarishr1087@</a:t>
                      </a:r>
                      <a:endParaRPr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gmail.com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>
                        <a:solidFill>
                          <a:srgbClr val="C4C7C5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Dr.T.Karthikeyan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karthikeyan.csbs@panimalar.ac.in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1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Vignesh 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vigneshr.dev2402@gmail.com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Dr.T.Karthikeyan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karthikeyan.csbs@panimalar.ac.in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1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Sanjai 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sandysaniit0508@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gmail.com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Dr.T.Karthikeyan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karthikeyan.csbs@panimalar.ac.in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1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Sengan 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sengansengan96@gmail.com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Dr.T.Karthikeyan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karthikeyan.csbs@panimalar.ac.in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"/>
          <p:cNvSpPr txBox="1"/>
          <p:nvPr>
            <p:ph idx="11" type="ftr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290" name="Google Shape;290;p3"/>
          <p:cNvSpPr txBox="1"/>
          <p:nvPr>
            <p:ph type="ctrTitle"/>
          </p:nvPr>
        </p:nvSpPr>
        <p:spPr>
          <a:xfrm>
            <a:off x="703266" y="457208"/>
            <a:ext cx="8169300" cy="15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</a:pPr>
            <a:r>
              <a:rPr lang="en-US"/>
              <a:t>PROBLEM STATEMENT DETAILING </a:t>
            </a:r>
            <a:br>
              <a:rPr lang="en-US"/>
            </a:br>
            <a:endParaRPr/>
          </a:p>
        </p:txBody>
      </p:sp>
      <p:sp>
        <p:nvSpPr>
          <p:cNvPr id="291" name="Google Shape;291;p3"/>
          <p:cNvSpPr txBox="1"/>
          <p:nvPr>
            <p:ph idx="2" type="body"/>
          </p:nvPr>
        </p:nvSpPr>
        <p:spPr>
          <a:xfrm>
            <a:off x="786491" y="1789075"/>
            <a:ext cx="99303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9550" lvl="0" marL="17145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Enterprises deploying AI/agentic systems risk leaking PII and sensitive data through prompts, tool calls, and responses, with no visibility into what was exposed. Goal: give teams a real-time layer that catches and contains this exposure.</a:t>
            </a:r>
            <a:endParaRPr sz="1800"/>
          </a:p>
          <a:p>
            <a:pPr indent="-209550" lvl="0" marL="17145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Sub-tasks: (1) detect PII/sensitive entities in real time across prompts and responses, (2) mask or redact before data leaves the boundary, (3) generate tamper-evident audit logs. Challenge: do this with low latency inside live agent pipelines.</a:t>
            </a:r>
            <a:endParaRPr sz="1800"/>
          </a:p>
          <a:p>
            <a:pPr indent="-209550" lvl="0" marL="17145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Success measures: PII detection accuracy (precision/recall), masking latency added per request, % of sensitive events captured in audit logs, false-positive rate on legitimate content.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"/>
          <p:cNvSpPr txBox="1"/>
          <p:nvPr>
            <p:ph idx="11" type="ftr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297" name="Google Shape;297;p4"/>
          <p:cNvSpPr txBox="1"/>
          <p:nvPr>
            <p:ph type="ctrTitle"/>
          </p:nvPr>
        </p:nvSpPr>
        <p:spPr>
          <a:xfrm>
            <a:off x="905341" y="-99147"/>
            <a:ext cx="8169300" cy="15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298" name="Google Shape;298;p4"/>
          <p:cNvSpPr txBox="1"/>
          <p:nvPr>
            <p:ph idx="2" type="body"/>
          </p:nvPr>
        </p:nvSpPr>
        <p:spPr>
          <a:xfrm>
            <a:off x="1130854" y="1919825"/>
            <a:ext cx="99303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7950" lvl="0" marL="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 The firewall layer intercepts every prompt/response, flags and masks PII before exposure, and logs every decision — directly reducing leaked-PII incidents and giving full audit traceability.</a:t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 Technology stack:</a:t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 FastAPI + WebSockets (real-time interception), Microsoft Presidio (PII detection/masking), Sentence-Transformers (semantic risk scoring), React/Vite (dashboard), PostgreSQL (audit log store)</a:t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 High-level design: 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/>
              <a:t> Client request → Interception middleware → PII/entity detection (Presidio + NER) → Mask/redact → Audit log write → Forward sanitized payload to LLM/agent → Response scanned on the way back</a:t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 Dependencies: the LLM/agent API being protected, Presidio's NER models, and a persistent store for audit logs.</a:t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 Limitations: added latency per request, coverage limited to entity types the NER model recognizes, no protection against out-of-band data exfiltration.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"/>
          <p:cNvSpPr txBox="1"/>
          <p:nvPr>
            <p:ph type="ctrTitle"/>
          </p:nvPr>
        </p:nvSpPr>
        <p:spPr>
          <a:xfrm>
            <a:off x="938041" y="747385"/>
            <a:ext cx="605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latin typeface="Calibri"/>
                <a:ea typeface="Calibri"/>
                <a:cs typeface="Calibri"/>
                <a:sym typeface="Calibri"/>
              </a:rPr>
              <a:t>SOURCE CODE</a:t>
            </a:r>
            <a:endParaRPr/>
          </a:p>
        </p:txBody>
      </p:sp>
      <p:sp>
        <p:nvSpPr>
          <p:cNvPr id="304" name="Google Shape;304;p5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05" name="Google Shape;305;p5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5"/>
          <p:cNvSpPr txBox="1"/>
          <p:nvPr>
            <p:ph idx="1" type="body"/>
          </p:nvPr>
        </p:nvSpPr>
        <p:spPr>
          <a:xfrm>
            <a:off x="1120777" y="1866900"/>
            <a:ext cx="89523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700" u="sng">
                <a:solidFill>
                  <a:schemeClr val="hlink"/>
                </a:solidFill>
                <a:hlinkClick r:id="rId3"/>
              </a:rPr>
              <a:t>SabarishR08/ai-safety-governance-layer: Real-time PII detection, masking, and audit-log firewall for AI/agentic systems — PEC Techathon 4.0</a:t>
            </a:r>
            <a:r>
              <a:rPr lang="en-US" sz="1700">
                <a:solidFill>
                  <a:srgbClr val="000000"/>
                </a:solidFill>
              </a:rPr>
              <a:t> 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"/>
          <p:cNvSpPr txBox="1"/>
          <p:nvPr>
            <p:ph idx="4294967295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12" name="Google Shape;312;p6"/>
          <p:cNvSpPr txBox="1"/>
          <p:nvPr>
            <p:ph idx="4294967295" type="body"/>
          </p:nvPr>
        </p:nvSpPr>
        <p:spPr>
          <a:xfrm>
            <a:off x="1036233" y="3897548"/>
            <a:ext cx="6053322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313" name="Google Shape;31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675" y="980325"/>
            <a:ext cx="9670674" cy="52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6"/>
          <p:cNvSpPr txBox="1"/>
          <p:nvPr/>
        </p:nvSpPr>
        <p:spPr>
          <a:xfrm>
            <a:off x="452450" y="339250"/>
            <a:ext cx="945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Diagram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"/>
          <p:cNvSpPr txBox="1"/>
          <p:nvPr>
            <p:ph type="ctrTitle"/>
          </p:nvPr>
        </p:nvSpPr>
        <p:spPr>
          <a:xfrm>
            <a:off x="1042416" y="2365335"/>
            <a:ext cx="6053327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latin typeface="Calibri"/>
                <a:ea typeface="Calibri"/>
                <a:cs typeface="Calibri"/>
                <a:sym typeface="Calibri"/>
              </a:rPr>
              <a:t>User Interface</a:t>
            </a:r>
            <a:endParaRPr/>
          </a:p>
        </p:txBody>
      </p:sp>
      <p:sp>
        <p:nvSpPr>
          <p:cNvPr id="320" name="Google Shape;320;p7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21" name="Google Shape;321;p7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7"/>
          <p:cNvSpPr txBox="1"/>
          <p:nvPr>
            <p:ph idx="1" type="body"/>
          </p:nvPr>
        </p:nvSpPr>
        <p:spPr>
          <a:xfrm>
            <a:off x="1036233" y="3897548"/>
            <a:ext cx="6053322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"/>
          <p:cNvSpPr txBox="1"/>
          <p:nvPr>
            <p:ph idx="11" type="ftr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28" name="Google Shape;328;p8"/>
          <p:cNvSpPr txBox="1"/>
          <p:nvPr>
            <p:ph idx="2" type="body"/>
          </p:nvPr>
        </p:nvSpPr>
        <p:spPr>
          <a:xfrm>
            <a:off x="1042417" y="1770271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/>
              <a:t>Mentor connect details (Kindly add the details of the connect had with the mentors)</a:t>
            </a:r>
            <a:br>
              <a:rPr b="1" lang="en-US" sz="1400"/>
            </a:br>
            <a:br>
              <a:rPr b="1" lang="en-US" sz="1400"/>
            </a:br>
            <a:endParaRPr b="1" sz="1400"/>
          </a:p>
        </p:txBody>
      </p:sp>
      <p:graphicFrame>
        <p:nvGraphicFramePr>
          <p:cNvPr id="329" name="Google Shape;329;p8"/>
          <p:cNvGraphicFramePr/>
          <p:nvPr/>
        </p:nvGraphicFramePr>
        <p:xfrm>
          <a:off x="934720" y="24334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{32429CB5-B2D3-4E56-93A8-55845D718143}</a:tableStyleId>
              </a:tblPr>
              <a:tblGrid>
                <a:gridCol w="2590800"/>
                <a:gridCol w="2590800"/>
                <a:gridCol w="2590800"/>
                <a:gridCol w="2590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Date of connect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Time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Details on the development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Agenda of the meet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DD-MM-YY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HH:MM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Meeting agenda on the topic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"/>
          <p:cNvSpPr txBox="1"/>
          <p:nvPr>
            <p:ph type="ctrTitle"/>
          </p:nvPr>
        </p:nvSpPr>
        <p:spPr>
          <a:xfrm>
            <a:off x="1042416" y="1903671"/>
            <a:ext cx="6053327" cy="18466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336" name="Google Shape;336;p9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37" name="Google Shape;337;p9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" name="Google Shape;338;p9"/>
          <p:cNvSpPr txBox="1"/>
          <p:nvPr>
            <p:ph idx="1" type="body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 txBox="1"/>
          <p:nvPr/>
        </p:nvSpPr>
        <p:spPr>
          <a:xfrm>
            <a:off x="10888717" y="348943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9"/>
          <p:cNvSpPr txBox="1"/>
          <p:nvPr/>
        </p:nvSpPr>
        <p:spPr>
          <a:xfrm>
            <a:off x="2609193" y="41226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"/>
          <p:cNvSpPr txBox="1"/>
          <p:nvPr>
            <p:ph type="ctrTitle"/>
          </p:nvPr>
        </p:nvSpPr>
        <p:spPr>
          <a:xfrm>
            <a:off x="1499616" y="2052083"/>
            <a:ext cx="8169317" cy="15792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Additional Information </a:t>
            </a:r>
            <a:br>
              <a:rPr lang="en-US">
                <a:solidFill>
                  <a:schemeClr val="lt1"/>
                </a:solidFill>
              </a:rPr>
            </a:br>
            <a:r>
              <a:rPr b="0" lang="en-US" sz="3200">
                <a:solidFill>
                  <a:schemeClr val="lt1"/>
                </a:solidFill>
              </a:rPr>
              <a:t>&lt;Any relevant attachment&gt;</a:t>
            </a:r>
            <a:endParaRPr b="0">
              <a:solidFill>
                <a:schemeClr val="lt1"/>
              </a:solidFill>
            </a:endParaRPr>
          </a:p>
        </p:txBody>
      </p:sp>
      <p:sp>
        <p:nvSpPr>
          <p:cNvPr id="346" name="Google Shape;346;p10"/>
          <p:cNvSpPr txBox="1"/>
          <p:nvPr>
            <p:ph idx="2" type="body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>
                <a:solidFill>
                  <a:schemeClr val="dk1"/>
                </a:solidFill>
              </a:rPr>
              <a:t>Link here</a:t>
            </a:r>
            <a:endParaRPr/>
          </a:p>
        </p:txBody>
      </p:sp>
      <p:sp>
        <p:nvSpPr>
          <p:cNvPr id="347" name="Google Shape;347;p10"/>
          <p:cNvSpPr txBox="1"/>
          <p:nvPr>
            <p:ph idx="11" type="ftr"/>
          </p:nvPr>
        </p:nvSpPr>
        <p:spPr>
          <a:xfrm>
            <a:off x="1222526" y="6306721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48" name="Google Shape;348;p10"/>
          <p:cNvSpPr txBox="1"/>
          <p:nvPr/>
        </p:nvSpPr>
        <p:spPr>
          <a:xfrm>
            <a:off x="457199" y="6492240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"/>
          <p:cNvSpPr txBox="1"/>
          <p:nvPr>
            <p:ph idx="11" type="ftr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54" name="Google Shape;354;p11"/>
          <p:cNvSpPr txBox="1"/>
          <p:nvPr>
            <p:ph type="ctrTitle"/>
          </p:nvPr>
        </p:nvSpPr>
        <p:spPr>
          <a:xfrm>
            <a:off x="1499616" y="2052083"/>
            <a:ext cx="8169317" cy="15792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 txBox="1"/>
          <p:nvPr>
            <p:ph idx="1" type="subTitle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 txBox="1"/>
          <p:nvPr>
            <p:ph idx="2" type="body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2"/>
          <p:cNvSpPr txBox="1"/>
          <p:nvPr>
            <p:ph type="ctrTitle"/>
          </p:nvPr>
        </p:nvSpPr>
        <p:spPr>
          <a:xfrm>
            <a:off x="1042416" y="1903671"/>
            <a:ext cx="6053327" cy="18466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63" name="Google Shape;363;p12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12"/>
          <p:cNvSpPr txBox="1"/>
          <p:nvPr>
            <p:ph idx="1" type="body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"/>
          <p:cNvSpPr txBox="1"/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71" name="Google Shape;371;p13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13"/>
          <p:cNvSpPr txBox="1"/>
          <p:nvPr>
            <p:ph idx="1" type="body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78" name="Google Shape;378;p14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14"/>
          <p:cNvSpPr txBox="1"/>
          <p:nvPr>
            <p:ph type="ctrTitle"/>
          </p:nvPr>
        </p:nvSpPr>
        <p:spPr>
          <a:xfrm>
            <a:off x="1042416" y="1812207"/>
            <a:ext cx="517211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2022-06-29T03:57:08Z</dcterms:created>
  <dc:creator>Nath, Reshmi (Cognizant)</dc:creator>
</cp:coreProperties>
</file>